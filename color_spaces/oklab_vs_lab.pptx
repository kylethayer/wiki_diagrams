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85E1-0FC5-59B6-3D91-0D1EDB6BD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08B83-E400-7419-0EFA-118FF32E1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308A6-5DAF-E3CD-1869-6E415FED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93B96-1F94-C309-A017-F0A5F66E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B9720-69E3-7103-3F3F-4CB40D1C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6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D8B2-4BB9-421A-420F-BE553C46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B1A5F-1807-EC82-4541-09D611558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97DA7-34D6-3CA9-B565-464ACB9B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86B3-79B6-87B7-CC61-6C22A1773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AE99-60B0-4649-EEF1-B2ED432E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4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057D7-0EBC-4134-8A79-DCAA215D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B1869-37DB-8794-AC6D-8387D5CDA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61DEF-176D-53DA-40F8-6563588A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893BC-865E-A501-1378-5D480127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BEBD0-E4FB-FF5F-EE7C-99687449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3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D87D-EC1D-0A10-2A89-83E38118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1649-6A88-3F50-775B-45150CAAE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860E7-2C77-D3FF-F709-F27834CC1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35653-69A7-AD8B-1B73-73E3FC3A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E1066-5C6E-6733-8A2E-EC0A067D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834B9-EC62-113E-2F97-EBD61238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0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098B-BF85-CC6D-1589-0344578C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5ABF9-83AC-EFF9-1772-E420093FD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C7AF8-C9D3-9371-20F6-D6A2B0AB4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1AFDB-EC4A-3A96-07F0-CDA45CF5B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655CD-EA77-02A9-3CE2-2958188FE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A4C6D-9563-104D-8402-9042E702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637F59-59C6-C784-3F7D-8002723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C2311-8D34-5EA3-64F4-384F5724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8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A721-E35A-DE58-BC50-348A5C4D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C1F96-F0E9-8D21-9E1F-C7005CEA8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7AAD2-91FD-695C-1D7B-BDFD7AC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06D10-ED58-DCBF-9E9E-52C9DAA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2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6E1DB-6B61-6624-C22B-CF931114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88462-F3AC-0156-FC81-802CC7A4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D8447-5D50-4DB3-9CA6-93EB6DE1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7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87CB-8B48-2172-9016-1F529AEB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C7317-1508-1D4B-37D8-8807E7DE8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CA436-6D92-35E7-5F82-B725E3E41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D3CE4-29E8-D9DD-8A45-59A59FD8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6BB30-7E03-1D53-661F-65717161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7C30A-8A31-0CC6-C66E-0232ED16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3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C310-69EF-6AE3-ACD5-CD408119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8DB41-53BC-3CD0-63A4-00FED484C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C274F-B71A-2967-803F-F16ECA54E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1D16C-CA43-9073-5FFF-1AF9AEC7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F12A8-AC77-BA3A-5ACD-C82D9A31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A1C90-B230-93C8-6FC0-68B10082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8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0E74-807D-AA9C-9CA4-039FBD90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C681F-C262-52B7-054A-165B84356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C11F-921E-8A10-9CE5-3A1AD22F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169AF-06BD-51D6-0923-FB957CF9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1822C-8E5B-FD92-30BC-0D5A6C5C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9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8777C6-50E7-0162-A5E8-9E004DE85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EDC7A-AC61-B811-8447-91AB637D6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03981-6299-FC25-87F5-C5EF1D97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E62ED-338D-573A-E9EF-96CC1CC6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BD6A-7B26-CDE3-21B8-882BF277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1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9CC52E-2852-B94E-6EBE-AC54C211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74762-93C6-581D-9BC9-1AD4FCD02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E4195-AE81-85E3-13CB-66F470326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D5C00-6987-4C92-97D8-89B5447775F2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372A5-B664-FB59-84A5-EFC7EDEF7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0CEB2-374C-0F9A-3774-A7E7B5761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20137-CA6E-43F0-A8E5-DBA9F626C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3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44131-EA2D-9100-7EE9-E9B9D633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0E722F-8F59-6F79-BB05-7CFC96CE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53" y="1486734"/>
            <a:ext cx="11019542" cy="1425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800AC4-DA69-8BEA-364D-5FD7B6DF1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5" y="4659398"/>
            <a:ext cx="11019540" cy="1814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3E81DD-67E7-0B41-DC8C-CE6DB6A77D13}"/>
              </a:ext>
            </a:extLst>
          </p:cNvPr>
          <p:cNvSpPr txBox="1"/>
          <p:nvPr/>
        </p:nvSpPr>
        <p:spPr>
          <a:xfrm>
            <a:off x="306069" y="4107552"/>
            <a:ext cx="10927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CIELAB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(D50 referent  –  d3-color 3.1.0)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F1906-2DAB-7B5F-6E43-AC7F4FBE4C85}"/>
              </a:ext>
            </a:extLst>
          </p:cNvPr>
          <p:cNvSpPr txBox="1"/>
          <p:nvPr/>
        </p:nvSpPr>
        <p:spPr>
          <a:xfrm>
            <a:off x="398407" y="1219179"/>
            <a:ext cx="2077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Oklab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DF3C59-62C7-97B6-946F-203FC6923897}"/>
              </a:ext>
            </a:extLst>
          </p:cNvPr>
          <p:cNvCxnSpPr/>
          <p:nvPr/>
        </p:nvCxnSpPr>
        <p:spPr>
          <a:xfrm>
            <a:off x="656024" y="6151885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5CEC72-B977-09F7-53D7-B09A29DCE5BE}"/>
              </a:ext>
            </a:extLst>
          </p:cNvPr>
          <p:cNvSpPr txBox="1"/>
          <p:nvPr/>
        </p:nvSpPr>
        <p:spPr>
          <a:xfrm>
            <a:off x="332305" y="6488668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CEF77B-76A4-EBB2-F7A0-9EB5F66E9BDC}"/>
              </a:ext>
            </a:extLst>
          </p:cNvPr>
          <p:cNvCxnSpPr/>
          <p:nvPr/>
        </p:nvCxnSpPr>
        <p:spPr>
          <a:xfrm>
            <a:off x="1282546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CA1916-8CEA-186E-F008-D0035CD75B15}"/>
              </a:ext>
            </a:extLst>
          </p:cNvPr>
          <p:cNvSpPr txBox="1"/>
          <p:nvPr/>
        </p:nvSpPr>
        <p:spPr>
          <a:xfrm>
            <a:off x="954413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L=10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A83436-4067-3DF1-80A9-5AA1147C3084}"/>
              </a:ext>
            </a:extLst>
          </p:cNvPr>
          <p:cNvCxnSpPr/>
          <p:nvPr/>
        </p:nvCxnSpPr>
        <p:spPr>
          <a:xfrm>
            <a:off x="2104028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62994B-F8EA-FC88-24C0-07AE70903500}"/>
              </a:ext>
            </a:extLst>
          </p:cNvPr>
          <p:cNvSpPr txBox="1"/>
          <p:nvPr/>
        </p:nvSpPr>
        <p:spPr>
          <a:xfrm>
            <a:off x="1775895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L=20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4889C5-0CE0-794A-BD03-D7D491011A23}"/>
              </a:ext>
            </a:extLst>
          </p:cNvPr>
          <p:cNvCxnSpPr/>
          <p:nvPr/>
        </p:nvCxnSpPr>
        <p:spPr>
          <a:xfrm>
            <a:off x="3043410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4D51932-003C-C645-6F79-AB87AF85B9E5}"/>
              </a:ext>
            </a:extLst>
          </p:cNvPr>
          <p:cNvSpPr txBox="1"/>
          <p:nvPr/>
        </p:nvSpPr>
        <p:spPr>
          <a:xfrm>
            <a:off x="2715277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L=30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241703-9040-A9F0-0F8E-1BEFE6088C87}"/>
              </a:ext>
            </a:extLst>
          </p:cNvPr>
          <p:cNvCxnSpPr/>
          <p:nvPr/>
        </p:nvCxnSpPr>
        <p:spPr>
          <a:xfrm>
            <a:off x="4123063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645CBC-D563-35BA-46E5-68F92F459420}"/>
              </a:ext>
            </a:extLst>
          </p:cNvPr>
          <p:cNvSpPr txBox="1"/>
          <p:nvPr/>
        </p:nvSpPr>
        <p:spPr>
          <a:xfrm>
            <a:off x="3794930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L=40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F4CBBF-AA1B-B851-49D2-783B3EDD47FC}"/>
              </a:ext>
            </a:extLst>
          </p:cNvPr>
          <p:cNvCxnSpPr/>
          <p:nvPr/>
        </p:nvCxnSpPr>
        <p:spPr>
          <a:xfrm>
            <a:off x="5274326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982722-8CBA-2B39-7345-A34559B7CF8B}"/>
              </a:ext>
            </a:extLst>
          </p:cNvPr>
          <p:cNvSpPr txBox="1"/>
          <p:nvPr/>
        </p:nvSpPr>
        <p:spPr>
          <a:xfrm>
            <a:off x="4946193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L=50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371099-B115-D6F0-FED3-FCA57B9A2954}"/>
              </a:ext>
            </a:extLst>
          </p:cNvPr>
          <p:cNvCxnSpPr/>
          <p:nvPr/>
        </p:nvCxnSpPr>
        <p:spPr>
          <a:xfrm>
            <a:off x="6558529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86E30B-AB13-6315-9AD4-F21E44CFC185}"/>
              </a:ext>
            </a:extLst>
          </p:cNvPr>
          <p:cNvSpPr txBox="1"/>
          <p:nvPr/>
        </p:nvSpPr>
        <p:spPr>
          <a:xfrm>
            <a:off x="6230396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L=60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C0C277-CAA4-FEC1-8DC4-8F2DBCBE2A82}"/>
              </a:ext>
            </a:extLst>
          </p:cNvPr>
          <p:cNvCxnSpPr/>
          <p:nvPr/>
        </p:nvCxnSpPr>
        <p:spPr>
          <a:xfrm>
            <a:off x="7904968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08A3B1-F676-31ED-21A6-F1ABEAA28FC1}"/>
              </a:ext>
            </a:extLst>
          </p:cNvPr>
          <p:cNvSpPr txBox="1"/>
          <p:nvPr/>
        </p:nvSpPr>
        <p:spPr>
          <a:xfrm>
            <a:off x="7576835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L=70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01DC98-F58A-A339-1E02-0DF2F95527E2}"/>
              </a:ext>
            </a:extLst>
          </p:cNvPr>
          <p:cNvCxnSpPr/>
          <p:nvPr/>
        </p:nvCxnSpPr>
        <p:spPr>
          <a:xfrm>
            <a:off x="9273441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EAA4CFC-9582-DB9E-3458-0454B814E41A}"/>
              </a:ext>
            </a:extLst>
          </p:cNvPr>
          <p:cNvSpPr txBox="1"/>
          <p:nvPr/>
        </p:nvSpPr>
        <p:spPr>
          <a:xfrm>
            <a:off x="8945308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L=80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4E05D3-0061-DD2D-DA57-A70DF063B35C}"/>
              </a:ext>
            </a:extLst>
          </p:cNvPr>
          <p:cNvCxnSpPr/>
          <p:nvPr/>
        </p:nvCxnSpPr>
        <p:spPr>
          <a:xfrm>
            <a:off x="10402680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F0E634B-3395-D569-E600-510377D112CC}"/>
              </a:ext>
            </a:extLst>
          </p:cNvPr>
          <p:cNvSpPr txBox="1"/>
          <p:nvPr/>
        </p:nvSpPr>
        <p:spPr>
          <a:xfrm>
            <a:off x="10074547" y="6488668"/>
            <a:ext cx="667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L=90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27E768-86FD-A2BB-CB62-2B7A439596F6}"/>
              </a:ext>
            </a:extLst>
          </p:cNvPr>
          <p:cNvCxnSpPr/>
          <p:nvPr/>
        </p:nvCxnSpPr>
        <p:spPr>
          <a:xfrm>
            <a:off x="11087387" y="615958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75F53C1-C033-5C47-4FAF-426918C47D99}"/>
              </a:ext>
            </a:extLst>
          </p:cNvPr>
          <p:cNvSpPr txBox="1"/>
          <p:nvPr/>
        </p:nvSpPr>
        <p:spPr>
          <a:xfrm>
            <a:off x="10687576" y="6488668"/>
            <a:ext cx="79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L=100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2891E1-2A6D-66A7-8941-F78DEE780633}"/>
              </a:ext>
            </a:extLst>
          </p:cNvPr>
          <p:cNvCxnSpPr/>
          <p:nvPr/>
        </p:nvCxnSpPr>
        <p:spPr>
          <a:xfrm>
            <a:off x="831843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E92BB9F-668E-133D-BA18-9F8BB207CD51}"/>
              </a:ext>
            </a:extLst>
          </p:cNvPr>
          <p:cNvSpPr txBox="1"/>
          <p:nvPr/>
        </p:nvSpPr>
        <p:spPr>
          <a:xfrm>
            <a:off x="530156" y="3133112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568C4B7-F6FB-D5E6-FCB6-54D0E88CB44F}"/>
              </a:ext>
            </a:extLst>
          </p:cNvPr>
          <p:cNvCxnSpPr/>
          <p:nvPr/>
        </p:nvCxnSpPr>
        <p:spPr>
          <a:xfrm>
            <a:off x="1431057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9B9992D-EBF4-F486-A27F-88855F798432}"/>
              </a:ext>
            </a:extLst>
          </p:cNvPr>
          <p:cNvSpPr txBox="1"/>
          <p:nvPr/>
        </p:nvSpPr>
        <p:spPr>
          <a:xfrm>
            <a:off x="1047550" y="3136382"/>
            <a:ext cx="729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31ADC7-B26C-A73E-DD7C-6A6824DE9F40}"/>
              </a:ext>
            </a:extLst>
          </p:cNvPr>
          <p:cNvCxnSpPr/>
          <p:nvPr/>
        </p:nvCxnSpPr>
        <p:spPr>
          <a:xfrm>
            <a:off x="2296608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D975F65-8106-7662-3062-AEC32AD3CEE4}"/>
              </a:ext>
            </a:extLst>
          </p:cNvPr>
          <p:cNvSpPr txBox="1"/>
          <p:nvPr/>
        </p:nvSpPr>
        <p:spPr>
          <a:xfrm>
            <a:off x="1920503" y="3147399"/>
            <a:ext cx="754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07041C-F65D-280B-9DAF-D938D5DC8EA9}"/>
              </a:ext>
            </a:extLst>
          </p:cNvPr>
          <p:cNvCxnSpPr/>
          <p:nvPr/>
        </p:nvCxnSpPr>
        <p:spPr>
          <a:xfrm>
            <a:off x="3191922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D267D2E-6A3B-AF13-AA7C-D94495A9D175}"/>
              </a:ext>
            </a:extLst>
          </p:cNvPr>
          <p:cNvSpPr txBox="1"/>
          <p:nvPr/>
        </p:nvSpPr>
        <p:spPr>
          <a:xfrm>
            <a:off x="2808155" y="3136448"/>
            <a:ext cx="754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L=0.3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154479-5CCD-B341-9F57-351865794D4C}"/>
              </a:ext>
            </a:extLst>
          </p:cNvPr>
          <p:cNvCxnSpPr/>
          <p:nvPr/>
        </p:nvCxnSpPr>
        <p:spPr>
          <a:xfrm>
            <a:off x="4051235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DEB48E7-C440-48A1-D60C-2F937CE40B5A}"/>
              </a:ext>
            </a:extLst>
          </p:cNvPr>
          <p:cNvSpPr txBox="1"/>
          <p:nvPr/>
        </p:nvSpPr>
        <p:spPr>
          <a:xfrm>
            <a:off x="3643602" y="3147399"/>
            <a:ext cx="79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2CB5481-648F-0421-0C8D-F7C9D1BF47AE}"/>
              </a:ext>
            </a:extLst>
          </p:cNvPr>
          <p:cNvCxnSpPr/>
          <p:nvPr/>
        </p:nvCxnSpPr>
        <p:spPr>
          <a:xfrm>
            <a:off x="5081311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D37EE09-BFDC-636A-E091-33BEE7880CE4}"/>
              </a:ext>
            </a:extLst>
          </p:cNvPr>
          <p:cNvSpPr txBox="1"/>
          <p:nvPr/>
        </p:nvSpPr>
        <p:spPr>
          <a:xfrm>
            <a:off x="4685172" y="3136448"/>
            <a:ext cx="79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L=0.5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1E7732-4833-2E69-74E3-584EAE4F8BFB}"/>
              </a:ext>
            </a:extLst>
          </p:cNvPr>
          <p:cNvCxnSpPr/>
          <p:nvPr/>
        </p:nvCxnSpPr>
        <p:spPr>
          <a:xfrm>
            <a:off x="6244327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7225D81-2415-898D-5E5E-3871ED3841C7}"/>
              </a:ext>
            </a:extLst>
          </p:cNvPr>
          <p:cNvSpPr txBox="1"/>
          <p:nvPr/>
        </p:nvSpPr>
        <p:spPr>
          <a:xfrm>
            <a:off x="5849678" y="3151942"/>
            <a:ext cx="789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L=0.6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0DBD94E-4FC6-3251-FEF9-1878CD69BDC4}"/>
              </a:ext>
            </a:extLst>
          </p:cNvPr>
          <p:cNvCxnSpPr/>
          <p:nvPr/>
        </p:nvCxnSpPr>
        <p:spPr>
          <a:xfrm>
            <a:off x="7568732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6D0158B-2B08-C499-03D5-A09F1F3FC6E7}"/>
              </a:ext>
            </a:extLst>
          </p:cNvPr>
          <p:cNvSpPr txBox="1"/>
          <p:nvPr/>
        </p:nvSpPr>
        <p:spPr>
          <a:xfrm>
            <a:off x="7184927" y="3147399"/>
            <a:ext cx="789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F7EAD6F-F700-04F1-74F4-F5E0D301A520}"/>
              </a:ext>
            </a:extLst>
          </p:cNvPr>
          <p:cNvCxnSpPr/>
          <p:nvPr/>
        </p:nvCxnSpPr>
        <p:spPr>
          <a:xfrm>
            <a:off x="8882120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B2ED1A2-FD2B-01FD-9132-CF250092D421}"/>
              </a:ext>
            </a:extLst>
          </p:cNvPr>
          <p:cNvSpPr txBox="1"/>
          <p:nvPr/>
        </p:nvSpPr>
        <p:spPr>
          <a:xfrm>
            <a:off x="8487470" y="3133112"/>
            <a:ext cx="78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L=0.8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F71CC80-CB5B-4A41-4C7A-919DFE614698}"/>
              </a:ext>
            </a:extLst>
          </p:cNvPr>
          <p:cNvCxnSpPr/>
          <p:nvPr/>
        </p:nvCxnSpPr>
        <p:spPr>
          <a:xfrm>
            <a:off x="10055427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58A6C00-1748-F332-FAE3-251E8AF38622}"/>
              </a:ext>
            </a:extLst>
          </p:cNvPr>
          <p:cNvSpPr txBox="1"/>
          <p:nvPr/>
        </p:nvSpPr>
        <p:spPr>
          <a:xfrm>
            <a:off x="9642910" y="3147399"/>
            <a:ext cx="78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L=0.9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601F6C3-796F-B466-ECB1-973A540E051D}"/>
              </a:ext>
            </a:extLst>
          </p:cNvPr>
          <p:cNvCxnSpPr/>
          <p:nvPr/>
        </p:nvCxnSpPr>
        <p:spPr>
          <a:xfrm>
            <a:off x="10938440" y="2818317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BD3DE24-FE6F-888A-6B42-562AB8364B49}"/>
              </a:ext>
            </a:extLst>
          </p:cNvPr>
          <p:cNvSpPr txBox="1"/>
          <p:nvPr/>
        </p:nvSpPr>
        <p:spPr>
          <a:xfrm>
            <a:off x="10538629" y="3147399"/>
            <a:ext cx="79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L=1</a:t>
            </a:r>
          </a:p>
        </p:txBody>
      </p:sp>
      <p:sp>
        <p:nvSpPr>
          <p:cNvPr id="53" name="Right Bracket 52">
            <a:extLst>
              <a:ext uri="{FF2B5EF4-FFF2-40B4-BE49-F238E27FC236}">
                <a16:creationId xmlns:a16="http://schemas.microsoft.com/office/drawing/2014/main" id="{E435A0BB-B488-D300-6EDB-9A608BA65CD7}"/>
              </a:ext>
            </a:extLst>
          </p:cNvPr>
          <p:cNvSpPr/>
          <p:nvPr/>
        </p:nvSpPr>
        <p:spPr>
          <a:xfrm>
            <a:off x="11364270" y="4791656"/>
            <a:ext cx="148947" cy="839871"/>
          </a:xfrm>
          <a:prstGeom prst="rightBracke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ket 53">
            <a:extLst>
              <a:ext uri="{FF2B5EF4-FFF2-40B4-BE49-F238E27FC236}">
                <a16:creationId xmlns:a16="http://schemas.microsoft.com/office/drawing/2014/main" id="{18BD268F-A1D7-0263-357B-5A860078F586}"/>
              </a:ext>
            </a:extLst>
          </p:cNvPr>
          <p:cNvSpPr/>
          <p:nvPr/>
        </p:nvSpPr>
        <p:spPr>
          <a:xfrm>
            <a:off x="11145236" y="1843318"/>
            <a:ext cx="134259" cy="415167"/>
          </a:xfrm>
          <a:prstGeom prst="rightBracke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E33240-49C3-41FD-2E74-A3DBD14EF4F6}"/>
              </a:ext>
            </a:extLst>
          </p:cNvPr>
          <p:cNvSpPr txBox="1"/>
          <p:nvPr/>
        </p:nvSpPr>
        <p:spPr>
          <a:xfrm>
            <a:off x="11615682" y="5042420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607FCA-C5C8-8504-4CFF-22BC496AE6FA}"/>
              </a:ext>
            </a:extLst>
          </p:cNvPr>
          <p:cNvSpPr txBox="1"/>
          <p:nvPr/>
        </p:nvSpPr>
        <p:spPr>
          <a:xfrm>
            <a:off x="11294183" y="1874866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8" name="Right Bracket 57">
            <a:extLst>
              <a:ext uri="{FF2B5EF4-FFF2-40B4-BE49-F238E27FC236}">
                <a16:creationId xmlns:a16="http://schemas.microsoft.com/office/drawing/2014/main" id="{673B7323-0266-2161-1218-6CF22D8514C7}"/>
              </a:ext>
            </a:extLst>
          </p:cNvPr>
          <p:cNvSpPr/>
          <p:nvPr/>
        </p:nvSpPr>
        <p:spPr>
          <a:xfrm rot="16200000">
            <a:off x="10796648" y="1397916"/>
            <a:ext cx="134259" cy="333275"/>
          </a:xfrm>
          <a:prstGeom prst="rightBracke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DD46A2-74D9-03CC-65AA-F4E190E7834D}"/>
              </a:ext>
            </a:extLst>
          </p:cNvPr>
          <p:cNvSpPr txBox="1"/>
          <p:nvPr/>
        </p:nvSpPr>
        <p:spPr>
          <a:xfrm>
            <a:off x="10710044" y="1120950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0" name="Right Bracket 59">
            <a:extLst>
              <a:ext uri="{FF2B5EF4-FFF2-40B4-BE49-F238E27FC236}">
                <a16:creationId xmlns:a16="http://schemas.microsoft.com/office/drawing/2014/main" id="{DAEC1C35-D037-A29E-D737-A590934DF85F}"/>
              </a:ext>
            </a:extLst>
          </p:cNvPr>
          <p:cNvSpPr/>
          <p:nvPr/>
        </p:nvSpPr>
        <p:spPr>
          <a:xfrm rot="16200000">
            <a:off x="10910037" y="4436267"/>
            <a:ext cx="155533" cy="333275"/>
          </a:xfrm>
          <a:prstGeom prst="rightBracke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700DFA-8D65-6F3D-9CCA-D692291BC81E}"/>
              </a:ext>
            </a:extLst>
          </p:cNvPr>
          <p:cNvSpPr txBox="1"/>
          <p:nvPr/>
        </p:nvSpPr>
        <p:spPr>
          <a:xfrm>
            <a:off x="10790002" y="4148664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6E7F28-D801-6458-06DF-A2F686A21D3D}"/>
              </a:ext>
            </a:extLst>
          </p:cNvPr>
          <p:cNvSpPr txBox="1"/>
          <p:nvPr/>
        </p:nvSpPr>
        <p:spPr>
          <a:xfrm>
            <a:off x="1121048" y="-53139"/>
            <a:ext cx="100333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RGB Colors Binned Into Cubes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707884-23FB-4D0B-BFDD-D3FF2E0A92BC}"/>
              </a:ext>
            </a:extLst>
          </p:cNvPr>
          <p:cNvSpPr txBox="1"/>
          <p:nvPr/>
        </p:nvSpPr>
        <p:spPr>
          <a:xfrm>
            <a:off x="4220165" y="651243"/>
            <a:ext cx="4681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dirty="0">
                <a:solidFill>
                  <a:schemeClr val="bg1"/>
                </a:solidFill>
              </a:rPr>
              <a:t>Bins are all the same size, stating with a bin centered at (0,0,0). The color of the bin is the center </a:t>
            </a:r>
            <a:r>
              <a:rPr lang="en-US" sz="1500" dirty="0" err="1">
                <a:solidFill>
                  <a:schemeClr val="bg1"/>
                </a:solidFill>
              </a:rPr>
              <a:t>rgb</a:t>
            </a:r>
            <a:r>
              <a:rPr lang="en-US" sz="1500" dirty="0">
                <a:solidFill>
                  <a:schemeClr val="bg1"/>
                </a:solidFill>
              </a:rPr>
              <a:t> value of that bin if that color is valid </a:t>
            </a:r>
            <a:r>
              <a:rPr lang="en-US" sz="1500" dirty="0" err="1">
                <a:solidFill>
                  <a:schemeClr val="bg1"/>
                </a:solidFill>
              </a:rPr>
              <a:t>rgb</a:t>
            </a:r>
            <a:r>
              <a:rPr lang="en-US" sz="1500" dirty="0">
                <a:solidFill>
                  <a:schemeClr val="bg1"/>
                </a:solidFill>
              </a:rPr>
              <a:t>, otherwise the color of the bin is the </a:t>
            </a:r>
            <a:r>
              <a:rPr lang="en-US" sz="1500" dirty="0" err="1">
                <a:solidFill>
                  <a:schemeClr val="bg1"/>
                </a:solidFill>
              </a:rPr>
              <a:t>rgb</a:t>
            </a:r>
            <a:r>
              <a:rPr lang="en-US" sz="1500" dirty="0">
                <a:solidFill>
                  <a:schemeClr val="bg1"/>
                </a:solidFill>
              </a:rPr>
              <a:t> value in the bin closest to the center.</a:t>
            </a:r>
          </a:p>
        </p:txBody>
      </p:sp>
    </p:spTree>
    <p:extLst>
      <p:ext uri="{BB962C8B-B14F-4D97-AF65-F5344CB8AC3E}">
        <p14:creationId xmlns:p14="http://schemas.microsoft.com/office/powerpoint/2010/main" val="161692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7850C2-B61F-B7E2-11CC-ACB80DA6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399"/>
            <a:ext cx="12192000" cy="1577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FAC5B-EEE9-C6D4-E5C9-54AD87C05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4142"/>
            <a:ext cx="12192000" cy="2008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46990E-BDD9-7C4B-011E-B31E5CA7DA20}"/>
              </a:ext>
            </a:extLst>
          </p:cNvPr>
          <p:cNvSpPr txBox="1"/>
          <p:nvPr/>
        </p:nvSpPr>
        <p:spPr>
          <a:xfrm>
            <a:off x="3377762" y="2244810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CIELAB – D50 referent (D3.color 1.0.4+)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FB908-C51E-4874-8249-2AC0EF463427}"/>
              </a:ext>
            </a:extLst>
          </p:cNvPr>
          <p:cNvSpPr txBox="1"/>
          <p:nvPr/>
        </p:nvSpPr>
        <p:spPr>
          <a:xfrm>
            <a:off x="3377762" y="4806902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CIELAB – D65 referent (D3.color 1.0.3-)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33DD2-C430-4B32-DC80-169F210E6BEE}"/>
              </a:ext>
            </a:extLst>
          </p:cNvPr>
          <p:cNvSpPr txBox="1"/>
          <p:nvPr/>
        </p:nvSpPr>
        <p:spPr>
          <a:xfrm>
            <a:off x="3608990" y="-1734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Oklab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05B165-6BE2-25E0-A288-F0F8BA852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76234"/>
            <a:ext cx="12192000" cy="180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160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Thayer</dc:creator>
  <cp:lastModifiedBy>Kyle Thayer</cp:lastModifiedBy>
  <cp:revision>4</cp:revision>
  <dcterms:created xsi:type="dcterms:W3CDTF">2025-10-31T19:54:11Z</dcterms:created>
  <dcterms:modified xsi:type="dcterms:W3CDTF">2025-10-31T21:39:34Z</dcterms:modified>
</cp:coreProperties>
</file>