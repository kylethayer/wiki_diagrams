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94660"/>
  </p:normalViewPr>
  <p:slideViewPr>
    <p:cSldViewPr snapToGrid="0">
      <p:cViewPr>
        <p:scale>
          <a:sx n="85" d="100"/>
          <a:sy n="85" d="100"/>
        </p:scale>
        <p:origin x="112" y="-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6A2DA-048E-7900-7ECD-5F78E362D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E769D-132D-359A-1789-68A42B9DE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E0BC9-F44A-2FDE-EB30-13B9C00C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D65B2-2E3C-9E5F-0161-86086249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29D1F-349C-5C6B-146B-E7A64750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30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B4A7-8BF8-9BE4-DFD0-289B8F26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1C4E9-BB05-8892-639F-1CD795BB5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4F1DA-D6C0-39FF-A179-8D6C1D670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AB124-3966-B38A-5E03-5D6BC890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77A8A-4F86-DAAF-0E7B-A297D94A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13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CE004-E899-A7E8-158D-E8A763609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766F9-D700-9E1C-9ECA-9A22E0B6B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1BECA-A51D-C2B9-7A88-A04BB02E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721F-7EB3-BD6A-9FCC-8F7F532B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4AD02-5935-1FB5-53CC-73DDA2D8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9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A8AD-8001-905A-ACCC-667814BC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2629-6364-7C89-1473-5818ACA9C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048CD-3C6C-DDC5-35EE-C20DA8045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DC74-F35F-E85C-062F-B56EF899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A5C02-6995-753F-FFC8-36F9D84E0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2AD9C-DF1E-1DC3-59FB-61AB21D5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8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181B-561A-AB36-703F-2E5DA247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FE76D-0DC9-9166-0D28-BBFF2CC16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625DC-C771-EE59-6D23-9C6DB5A8D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E77C6-367D-3864-73AE-FC126D35F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03285-9747-5688-8F25-F5DFEF819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0C850-8D01-985C-5B9D-060760FE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1F961-CE2C-FCC4-967B-84D4114FF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323CE-EDD6-2065-850D-2A632731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F42A-C11D-5D4F-0EC8-C730C466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724DB-1010-7BB5-671C-3A99160F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10595-A9BF-64D0-17A3-637820B2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E1E13-8FE5-0364-47AA-134A5157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16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525C0-B804-074F-65B5-E5902B2E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D6570-B244-0958-E8F7-473CD12D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6F5AE-510C-B768-2DD5-E85847B9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82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30900-6C91-0459-5B6F-A823DB97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9BCA-C758-2BDD-8001-49593160C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F5C24-4571-D458-1EF3-46DC7C4DE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94548-8EED-8D84-6666-2D3CD3A1F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520FC-F4BC-2B3D-BA25-18D4EDAF2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AFB84-E09A-390A-AEB8-7006072C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6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AEC4-924D-56E4-6884-EB09B0AC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12ED7D-1BBE-949E-9092-5F663C69E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44F5B-F637-ECB9-9414-67FB1B07C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9BA3E-7305-81EE-97E6-0DF29006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CF65A-EE9E-49FC-70DA-56D5CEAC3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0D707-6A93-683B-7B7B-DED0D81A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7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8DBC-EAFB-83A1-C173-929A256C2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D3148-426F-9EE9-C103-815AE652D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08E28-043D-9CBD-F5FB-4C36E6474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048B0-A84A-E000-CBF4-2BCF429E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FA74D-56F1-2E33-F31A-2A1B902D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5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D2EB2-3F0A-3322-DF27-F555896E8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C7E83-8003-1DCE-DB72-AC4404B9C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BEF40-9B2D-8E9F-4377-52FD865B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F0136-F1C8-4615-471F-021CD0BB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7C75F-F630-B096-5550-3C82D4C5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8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3C39B1-BFB2-ECB7-A35E-1A4D9E24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B1B93-4807-7B8E-0C50-71A48F22D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45C8D-C106-18B8-AE32-4BA76936F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B5FBA-DE23-4835-A853-3EE2941C2E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0861C-871A-D2F0-BA53-DDD0DE806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BE166-BF10-5AF0-EC27-F7242FB2C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A3E04-955F-471C-8160-1D008C97D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8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different colors&#10;&#10;AI-generated content may be incorrect.">
            <a:extLst>
              <a:ext uri="{FF2B5EF4-FFF2-40B4-BE49-F238E27FC236}">
                <a16:creationId xmlns:a16="http://schemas.microsoft.com/office/drawing/2014/main" id="{1E5E1977-677C-1A73-C527-2396D405F9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84379" y="1658075"/>
            <a:ext cx="10269987" cy="445230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3051384-143C-47F9-6C69-53AFE57D36A9}"/>
              </a:ext>
            </a:extLst>
          </p:cNvPr>
          <p:cNvGrpSpPr/>
          <p:nvPr/>
        </p:nvGrpSpPr>
        <p:grpSpPr>
          <a:xfrm>
            <a:off x="595337" y="2336466"/>
            <a:ext cx="566194" cy="448288"/>
            <a:chOff x="313953" y="2253934"/>
            <a:chExt cx="649497" cy="51424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1E27A4-0F08-6B7A-2944-F5587ABF35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5533" y="2491317"/>
              <a:ext cx="1" cy="276861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976E5B0-659D-6B74-49C2-20A575ED3B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534" y="2675467"/>
              <a:ext cx="173249" cy="92711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DEEB2A-2866-F0CD-95B7-89B564EC40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7364" y="2675467"/>
              <a:ext cx="168169" cy="92711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043D1A-3F4B-88E2-6E6D-60621A2565A1}"/>
                </a:ext>
              </a:extLst>
            </p:cNvPr>
            <p:cNvSpPr txBox="1"/>
            <p:nvPr/>
          </p:nvSpPr>
          <p:spPr>
            <a:xfrm>
              <a:off x="534660" y="2253934"/>
              <a:ext cx="254851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72E7D0-7524-E17B-99B0-8DF46A62C6F5}"/>
                </a:ext>
              </a:extLst>
            </p:cNvPr>
            <p:cNvSpPr txBox="1"/>
            <p:nvPr/>
          </p:nvSpPr>
          <p:spPr>
            <a:xfrm>
              <a:off x="788825" y="2489832"/>
              <a:ext cx="1746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9CF091A-2007-F120-11A8-F68E137BC084}"/>
                </a:ext>
              </a:extLst>
            </p:cNvPr>
            <p:cNvSpPr txBox="1"/>
            <p:nvPr/>
          </p:nvSpPr>
          <p:spPr>
            <a:xfrm>
              <a:off x="313953" y="2471055"/>
              <a:ext cx="1746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F23EF8F-1085-D253-646C-B2574193F4C1}"/>
              </a:ext>
            </a:extLst>
          </p:cNvPr>
          <p:cNvSpPr txBox="1"/>
          <p:nvPr/>
        </p:nvSpPr>
        <p:spPr>
          <a:xfrm>
            <a:off x="1599544" y="2551572"/>
            <a:ext cx="46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L=0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BBFF3F2-57A6-C1DD-C364-49100238E151}"/>
              </a:ext>
            </a:extLst>
          </p:cNvPr>
          <p:cNvCxnSpPr/>
          <p:nvPr/>
        </p:nvCxnSpPr>
        <p:spPr>
          <a:xfrm flipV="1">
            <a:off x="1819677" y="2370387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8DA6B5-7EBF-ACF2-8CAC-19CD474EA048}"/>
              </a:ext>
            </a:extLst>
          </p:cNvPr>
          <p:cNvSpPr txBox="1"/>
          <p:nvPr/>
        </p:nvSpPr>
        <p:spPr>
          <a:xfrm>
            <a:off x="11422558" y="2572746"/>
            <a:ext cx="46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L=1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4E348B-1177-7313-6F29-E65D61D9D8FB}"/>
              </a:ext>
            </a:extLst>
          </p:cNvPr>
          <p:cNvCxnSpPr/>
          <p:nvPr/>
        </p:nvCxnSpPr>
        <p:spPr>
          <a:xfrm flipV="1">
            <a:off x="11642691" y="2391561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60A476B-B56A-AE5B-5555-D387F972B807}"/>
              </a:ext>
            </a:extLst>
          </p:cNvPr>
          <p:cNvCxnSpPr>
            <a:cxnSpLocks/>
          </p:cNvCxnSpPr>
          <p:nvPr/>
        </p:nvCxnSpPr>
        <p:spPr>
          <a:xfrm flipV="1">
            <a:off x="7505749" y="1711018"/>
            <a:ext cx="0" cy="419407"/>
          </a:xfrm>
          <a:prstGeom prst="straightConnector1">
            <a:avLst/>
          </a:prstGeom>
          <a:ln w="25400">
            <a:solidFill>
              <a:schemeClr val="bg1"/>
            </a:solidFill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2097500-E5D9-3116-0D6B-3A938CC5EFF1}"/>
              </a:ext>
            </a:extLst>
          </p:cNvPr>
          <p:cNvSpPr txBox="1"/>
          <p:nvPr/>
        </p:nvSpPr>
        <p:spPr>
          <a:xfrm>
            <a:off x="7375362" y="1410293"/>
            <a:ext cx="46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AE4D8B-690F-A0BD-51D1-83A63200108F}"/>
              </a:ext>
            </a:extLst>
          </p:cNvPr>
          <p:cNvSpPr txBox="1"/>
          <p:nvPr/>
        </p:nvSpPr>
        <p:spPr>
          <a:xfrm>
            <a:off x="235130" y="1180851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Oklab bins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76ABB49-A002-CD1A-7FCC-B14F94635EEF}"/>
              </a:ext>
            </a:extLst>
          </p:cNvPr>
          <p:cNvCxnSpPr>
            <a:cxnSpLocks/>
          </p:cNvCxnSpPr>
          <p:nvPr/>
        </p:nvCxnSpPr>
        <p:spPr>
          <a:xfrm>
            <a:off x="8189784" y="4079605"/>
            <a:ext cx="478631" cy="0"/>
          </a:xfrm>
          <a:prstGeom prst="straightConnector1">
            <a:avLst/>
          </a:prstGeom>
          <a:ln w="25400">
            <a:solidFill>
              <a:schemeClr val="bg1"/>
            </a:solidFill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346AEB7-507B-712D-EBBA-71D4E25F5760}"/>
              </a:ext>
            </a:extLst>
          </p:cNvPr>
          <p:cNvSpPr txBox="1"/>
          <p:nvPr/>
        </p:nvSpPr>
        <p:spPr>
          <a:xfrm>
            <a:off x="8600414" y="3911430"/>
            <a:ext cx="46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F9EF63B-A0EB-2DF3-5154-B7A0C283082A}"/>
              </a:ext>
            </a:extLst>
          </p:cNvPr>
          <p:cNvCxnSpPr>
            <a:cxnSpLocks/>
          </p:cNvCxnSpPr>
          <p:nvPr/>
        </p:nvCxnSpPr>
        <p:spPr>
          <a:xfrm flipV="1">
            <a:off x="7601787" y="3165475"/>
            <a:ext cx="0" cy="473228"/>
          </a:xfrm>
          <a:prstGeom prst="straightConnector1">
            <a:avLst/>
          </a:prstGeom>
          <a:ln w="25400">
            <a:solidFill>
              <a:schemeClr val="bg1"/>
            </a:solidFill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7A78697-029D-038A-9770-EEF9DABDD48D}"/>
              </a:ext>
            </a:extLst>
          </p:cNvPr>
          <p:cNvSpPr txBox="1"/>
          <p:nvPr/>
        </p:nvSpPr>
        <p:spPr>
          <a:xfrm>
            <a:off x="7462715" y="2924167"/>
            <a:ext cx="46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EF31F9B-8AA9-DBC1-97B2-58869E98A8EF}"/>
              </a:ext>
            </a:extLst>
          </p:cNvPr>
          <p:cNvCxnSpPr>
            <a:cxnSpLocks/>
          </p:cNvCxnSpPr>
          <p:nvPr/>
        </p:nvCxnSpPr>
        <p:spPr>
          <a:xfrm>
            <a:off x="8143445" y="2476627"/>
            <a:ext cx="478631" cy="0"/>
          </a:xfrm>
          <a:prstGeom prst="straightConnector1">
            <a:avLst/>
          </a:prstGeom>
          <a:ln w="25400">
            <a:solidFill>
              <a:schemeClr val="bg1"/>
            </a:solidFill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8A31A27-7DE9-6269-4E71-098CABF714AF}"/>
              </a:ext>
            </a:extLst>
          </p:cNvPr>
          <p:cNvSpPr txBox="1"/>
          <p:nvPr/>
        </p:nvSpPr>
        <p:spPr>
          <a:xfrm>
            <a:off x="8554075" y="2308452"/>
            <a:ext cx="46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988A48-AF58-6D7B-898F-6B0698FE7390}"/>
              </a:ext>
            </a:extLst>
          </p:cNvPr>
          <p:cNvSpPr txBox="1"/>
          <p:nvPr/>
        </p:nvSpPr>
        <p:spPr>
          <a:xfrm>
            <a:off x="215918" y="3125663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Oklch bins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381B065-7157-39A2-D592-4F04BF3B740F}"/>
              </a:ext>
            </a:extLst>
          </p:cNvPr>
          <p:cNvCxnSpPr/>
          <p:nvPr/>
        </p:nvCxnSpPr>
        <p:spPr>
          <a:xfrm flipV="1">
            <a:off x="304800" y="2924167"/>
            <a:ext cx="11653838" cy="38100"/>
          </a:xfrm>
          <a:prstGeom prst="line">
            <a:avLst/>
          </a:prstGeom>
          <a:ln w="31750">
            <a:solidFill>
              <a:schemeClr val="bg1">
                <a:lumMod val="75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9CC4795-F73A-72E3-0FA8-3A65BAF8D6C6}"/>
              </a:ext>
            </a:extLst>
          </p:cNvPr>
          <p:cNvSpPr txBox="1"/>
          <p:nvPr/>
        </p:nvSpPr>
        <p:spPr>
          <a:xfrm>
            <a:off x="2104082" y="2608894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L=0.1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5853D40-DD27-1360-13B9-3EA67B35A49A}"/>
              </a:ext>
            </a:extLst>
          </p:cNvPr>
          <p:cNvCxnSpPr>
            <a:cxnSpLocks/>
          </p:cNvCxnSpPr>
          <p:nvPr/>
        </p:nvCxnSpPr>
        <p:spPr>
          <a:xfrm flipV="1">
            <a:off x="2324215" y="2544237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CFF62CA-D79F-6369-EA19-46CD803BA956}"/>
              </a:ext>
            </a:extLst>
          </p:cNvPr>
          <p:cNvSpPr txBox="1"/>
          <p:nvPr/>
        </p:nvSpPr>
        <p:spPr>
          <a:xfrm>
            <a:off x="2733929" y="2607181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L=0.2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8D64288-5813-659E-0037-BE1033D87BF6}"/>
              </a:ext>
            </a:extLst>
          </p:cNvPr>
          <p:cNvCxnSpPr>
            <a:cxnSpLocks/>
          </p:cNvCxnSpPr>
          <p:nvPr/>
        </p:nvCxnSpPr>
        <p:spPr>
          <a:xfrm flipV="1">
            <a:off x="2954062" y="2542524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1531CB4E-30E4-4D58-D7C8-C837E4C39843}"/>
              </a:ext>
            </a:extLst>
          </p:cNvPr>
          <p:cNvSpPr txBox="1"/>
          <p:nvPr/>
        </p:nvSpPr>
        <p:spPr>
          <a:xfrm>
            <a:off x="3490663" y="2610356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L=0.3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0CA2D3D-ABE5-B533-E40B-D979A2A97FCA}"/>
              </a:ext>
            </a:extLst>
          </p:cNvPr>
          <p:cNvCxnSpPr>
            <a:cxnSpLocks/>
          </p:cNvCxnSpPr>
          <p:nvPr/>
        </p:nvCxnSpPr>
        <p:spPr>
          <a:xfrm flipV="1">
            <a:off x="3710796" y="2572746"/>
            <a:ext cx="0" cy="7204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C358C0D-4E9B-9B3B-1E89-D2CF8FE08A02}"/>
              </a:ext>
            </a:extLst>
          </p:cNvPr>
          <p:cNvSpPr txBox="1"/>
          <p:nvPr/>
        </p:nvSpPr>
        <p:spPr>
          <a:xfrm>
            <a:off x="4363985" y="2618333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L=0.4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B5B0CF7-32DD-87D1-9576-5540E6F07032}"/>
              </a:ext>
            </a:extLst>
          </p:cNvPr>
          <p:cNvCxnSpPr>
            <a:cxnSpLocks/>
          </p:cNvCxnSpPr>
          <p:nvPr/>
        </p:nvCxnSpPr>
        <p:spPr>
          <a:xfrm flipV="1">
            <a:off x="4584118" y="2586007"/>
            <a:ext cx="0" cy="6676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DED94D8-9798-7099-9671-C46C6E7A5767}"/>
              </a:ext>
            </a:extLst>
          </p:cNvPr>
          <p:cNvSpPr txBox="1"/>
          <p:nvPr/>
        </p:nvSpPr>
        <p:spPr>
          <a:xfrm>
            <a:off x="5379285" y="2616229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L=0.5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362AD43-CCA8-9930-C6F0-4EA977A9D275}"/>
              </a:ext>
            </a:extLst>
          </p:cNvPr>
          <p:cNvCxnSpPr>
            <a:cxnSpLocks/>
          </p:cNvCxnSpPr>
          <p:nvPr/>
        </p:nvCxnSpPr>
        <p:spPr>
          <a:xfrm flipV="1">
            <a:off x="5599418" y="2572746"/>
            <a:ext cx="0" cy="77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C85BBAA-EAF8-ACF7-A087-CC2F9B101F7F}"/>
              </a:ext>
            </a:extLst>
          </p:cNvPr>
          <p:cNvSpPr txBox="1"/>
          <p:nvPr/>
        </p:nvSpPr>
        <p:spPr>
          <a:xfrm>
            <a:off x="6506713" y="2623537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L=0.6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69BB9CC-4947-F2C7-5EF4-AB21A796B639}"/>
              </a:ext>
            </a:extLst>
          </p:cNvPr>
          <p:cNvCxnSpPr>
            <a:cxnSpLocks/>
          </p:cNvCxnSpPr>
          <p:nvPr/>
        </p:nvCxnSpPr>
        <p:spPr>
          <a:xfrm flipV="1">
            <a:off x="6726846" y="2572746"/>
            <a:ext cx="0" cy="8522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86F59C6-8BD4-70EF-0C24-5DE1ED9F8E47}"/>
              </a:ext>
            </a:extLst>
          </p:cNvPr>
          <p:cNvSpPr txBox="1"/>
          <p:nvPr/>
        </p:nvSpPr>
        <p:spPr>
          <a:xfrm>
            <a:off x="7885147" y="2617163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L=0.7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52F74F7-AC1D-DF33-697C-3E89245E0BDE}"/>
              </a:ext>
            </a:extLst>
          </p:cNvPr>
          <p:cNvCxnSpPr>
            <a:cxnSpLocks/>
          </p:cNvCxnSpPr>
          <p:nvPr/>
        </p:nvCxnSpPr>
        <p:spPr>
          <a:xfrm flipV="1">
            <a:off x="8105280" y="2552506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6C9243E-8F9F-C446-4162-58E7CD6FD7C4}"/>
              </a:ext>
            </a:extLst>
          </p:cNvPr>
          <p:cNvSpPr txBox="1"/>
          <p:nvPr/>
        </p:nvSpPr>
        <p:spPr>
          <a:xfrm>
            <a:off x="9300527" y="2617163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L=0.8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E498C0B-32B6-E241-D350-4C6054EB81E5}"/>
              </a:ext>
            </a:extLst>
          </p:cNvPr>
          <p:cNvCxnSpPr>
            <a:cxnSpLocks/>
          </p:cNvCxnSpPr>
          <p:nvPr/>
        </p:nvCxnSpPr>
        <p:spPr>
          <a:xfrm flipV="1">
            <a:off x="9520660" y="2552506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0CCCDB0-1428-1DB1-565B-92CC2A5AAE17}"/>
              </a:ext>
            </a:extLst>
          </p:cNvPr>
          <p:cNvSpPr txBox="1"/>
          <p:nvPr/>
        </p:nvSpPr>
        <p:spPr>
          <a:xfrm>
            <a:off x="10675567" y="2627029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L=0.9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B17BC32-86E3-7744-EA17-34010721E53A}"/>
              </a:ext>
            </a:extLst>
          </p:cNvPr>
          <p:cNvCxnSpPr>
            <a:cxnSpLocks/>
          </p:cNvCxnSpPr>
          <p:nvPr/>
        </p:nvCxnSpPr>
        <p:spPr>
          <a:xfrm flipV="1">
            <a:off x="10895700" y="2562372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0F92CA73-1EDB-FE6B-A877-882D6A597D56}"/>
              </a:ext>
            </a:extLst>
          </p:cNvPr>
          <p:cNvSpPr txBox="1"/>
          <p:nvPr/>
        </p:nvSpPr>
        <p:spPr>
          <a:xfrm>
            <a:off x="1581897" y="4139106"/>
            <a:ext cx="46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L=0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5FA4DC6-668E-66F5-E01E-6A5CCEB4824E}"/>
              </a:ext>
            </a:extLst>
          </p:cNvPr>
          <p:cNvCxnSpPr/>
          <p:nvPr/>
        </p:nvCxnSpPr>
        <p:spPr>
          <a:xfrm flipV="1">
            <a:off x="1802030" y="3957921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093F6B76-A2C6-5EE5-ACCA-DEAF8A3DAF43}"/>
              </a:ext>
            </a:extLst>
          </p:cNvPr>
          <p:cNvSpPr txBox="1"/>
          <p:nvPr/>
        </p:nvSpPr>
        <p:spPr>
          <a:xfrm>
            <a:off x="11456982" y="4163455"/>
            <a:ext cx="46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L=1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753EDEA-B10C-6C4E-2276-3DDD062D46CE}"/>
              </a:ext>
            </a:extLst>
          </p:cNvPr>
          <p:cNvCxnSpPr/>
          <p:nvPr/>
        </p:nvCxnSpPr>
        <p:spPr>
          <a:xfrm flipV="1">
            <a:off x="11677115" y="3982270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139E3E5-003B-A98E-5417-450D0DC88404}"/>
              </a:ext>
            </a:extLst>
          </p:cNvPr>
          <p:cNvSpPr txBox="1"/>
          <p:nvPr/>
        </p:nvSpPr>
        <p:spPr>
          <a:xfrm>
            <a:off x="2066168" y="4196428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L=0.1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1E38A8A-848F-60A0-50C1-E124DA98D9A8}"/>
              </a:ext>
            </a:extLst>
          </p:cNvPr>
          <p:cNvCxnSpPr>
            <a:cxnSpLocks/>
          </p:cNvCxnSpPr>
          <p:nvPr/>
        </p:nvCxnSpPr>
        <p:spPr>
          <a:xfrm flipV="1">
            <a:off x="2286301" y="4131771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FC763EBE-04BC-43F3-D075-9B6669C296EC}"/>
              </a:ext>
            </a:extLst>
          </p:cNvPr>
          <p:cNvSpPr txBox="1"/>
          <p:nvPr/>
        </p:nvSpPr>
        <p:spPr>
          <a:xfrm>
            <a:off x="2727466" y="4194715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L=0.2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8AE8C5B-814D-23CE-278C-64EE72CB6C82}"/>
              </a:ext>
            </a:extLst>
          </p:cNvPr>
          <p:cNvCxnSpPr>
            <a:cxnSpLocks/>
          </p:cNvCxnSpPr>
          <p:nvPr/>
        </p:nvCxnSpPr>
        <p:spPr>
          <a:xfrm flipV="1">
            <a:off x="2947599" y="4130058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844DC05-2830-3EAB-83F9-DDBA241ACFBD}"/>
              </a:ext>
            </a:extLst>
          </p:cNvPr>
          <p:cNvSpPr txBox="1"/>
          <p:nvPr/>
        </p:nvSpPr>
        <p:spPr>
          <a:xfrm>
            <a:off x="3492398" y="4194715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L=0.3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028ECAB-8A6A-29EF-0743-36498D00B1E8}"/>
              </a:ext>
            </a:extLst>
          </p:cNvPr>
          <p:cNvCxnSpPr>
            <a:cxnSpLocks/>
          </p:cNvCxnSpPr>
          <p:nvPr/>
        </p:nvCxnSpPr>
        <p:spPr>
          <a:xfrm flipV="1">
            <a:off x="3712531" y="4130058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436544D5-E0DE-7043-7256-2DE445A089C1}"/>
              </a:ext>
            </a:extLst>
          </p:cNvPr>
          <p:cNvSpPr txBox="1"/>
          <p:nvPr/>
        </p:nvSpPr>
        <p:spPr>
          <a:xfrm>
            <a:off x="4435442" y="4205867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L=0.4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DAA3EAC-7B3F-41C7-57E7-B92145C4F732}"/>
              </a:ext>
            </a:extLst>
          </p:cNvPr>
          <p:cNvCxnSpPr>
            <a:cxnSpLocks/>
          </p:cNvCxnSpPr>
          <p:nvPr/>
        </p:nvCxnSpPr>
        <p:spPr>
          <a:xfrm flipV="1">
            <a:off x="4655575" y="4141210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975618AC-3993-C019-9F68-91D44B81D93B}"/>
              </a:ext>
            </a:extLst>
          </p:cNvPr>
          <p:cNvSpPr txBox="1"/>
          <p:nvPr/>
        </p:nvSpPr>
        <p:spPr>
          <a:xfrm>
            <a:off x="5490789" y="4203763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L=0.5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86EC55B-9187-37AB-067A-991F71619E32}"/>
              </a:ext>
            </a:extLst>
          </p:cNvPr>
          <p:cNvCxnSpPr>
            <a:cxnSpLocks/>
          </p:cNvCxnSpPr>
          <p:nvPr/>
        </p:nvCxnSpPr>
        <p:spPr>
          <a:xfrm flipV="1">
            <a:off x="5710922" y="4139106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4425A3C-A99E-2AE7-14BD-EC6ABAEA4462}"/>
              </a:ext>
            </a:extLst>
          </p:cNvPr>
          <p:cNvSpPr txBox="1"/>
          <p:nvPr/>
        </p:nvSpPr>
        <p:spPr>
          <a:xfrm>
            <a:off x="6655925" y="4211071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L=0.6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DAF4A6A-4C80-8B5B-3185-8B4085C5B61E}"/>
              </a:ext>
            </a:extLst>
          </p:cNvPr>
          <p:cNvCxnSpPr>
            <a:cxnSpLocks/>
          </p:cNvCxnSpPr>
          <p:nvPr/>
        </p:nvCxnSpPr>
        <p:spPr>
          <a:xfrm flipV="1">
            <a:off x="6876058" y="4146414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D383DE9-D763-B1AF-FFDE-19C7B156CA6D}"/>
              </a:ext>
            </a:extLst>
          </p:cNvPr>
          <p:cNvSpPr txBox="1"/>
          <p:nvPr/>
        </p:nvSpPr>
        <p:spPr>
          <a:xfrm>
            <a:off x="7967208" y="4204697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L=0.7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B75A916-153F-D609-A24C-8430B9640D8E}"/>
              </a:ext>
            </a:extLst>
          </p:cNvPr>
          <p:cNvCxnSpPr>
            <a:cxnSpLocks/>
          </p:cNvCxnSpPr>
          <p:nvPr/>
        </p:nvCxnSpPr>
        <p:spPr>
          <a:xfrm flipV="1">
            <a:off x="8187341" y="4140040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32DCA45-2256-56EC-7E7F-B1EBE1294E99}"/>
              </a:ext>
            </a:extLst>
          </p:cNvPr>
          <p:cNvSpPr txBox="1"/>
          <p:nvPr/>
        </p:nvSpPr>
        <p:spPr>
          <a:xfrm>
            <a:off x="9378354" y="4204697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L=0.8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56E3B19-C169-B7D9-5541-04B48FD3C44F}"/>
              </a:ext>
            </a:extLst>
          </p:cNvPr>
          <p:cNvCxnSpPr>
            <a:cxnSpLocks/>
          </p:cNvCxnSpPr>
          <p:nvPr/>
        </p:nvCxnSpPr>
        <p:spPr>
          <a:xfrm flipV="1">
            <a:off x="9598487" y="4140040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C78F8080-D70B-F5D7-D253-A3B0037752B8}"/>
              </a:ext>
            </a:extLst>
          </p:cNvPr>
          <p:cNvSpPr txBox="1"/>
          <p:nvPr/>
        </p:nvSpPr>
        <p:spPr>
          <a:xfrm>
            <a:off x="10666382" y="4214563"/>
            <a:ext cx="460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L=0.9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6C7FBD3-A7DC-BD78-F45B-B158E58BE1CC}"/>
              </a:ext>
            </a:extLst>
          </p:cNvPr>
          <p:cNvCxnSpPr>
            <a:cxnSpLocks/>
          </p:cNvCxnSpPr>
          <p:nvPr/>
        </p:nvCxnSpPr>
        <p:spPr>
          <a:xfrm flipV="1">
            <a:off x="10886515" y="4149906"/>
            <a:ext cx="0" cy="990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CD174C1-0ACF-27DF-1AE0-4389309A3BE0}"/>
              </a:ext>
            </a:extLst>
          </p:cNvPr>
          <p:cNvCxnSpPr>
            <a:cxnSpLocks/>
          </p:cNvCxnSpPr>
          <p:nvPr/>
        </p:nvCxnSpPr>
        <p:spPr>
          <a:xfrm>
            <a:off x="5718169" y="3648752"/>
            <a:ext cx="444026" cy="0"/>
          </a:xfrm>
          <a:prstGeom prst="straightConnector1">
            <a:avLst/>
          </a:prstGeom>
          <a:ln w="12700">
            <a:solidFill>
              <a:schemeClr val="bg1"/>
            </a:solidFill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07DAB563-EAB2-10ED-4068-0AD126BF640F}"/>
              </a:ext>
            </a:extLst>
          </p:cNvPr>
          <p:cNvSpPr txBox="1"/>
          <p:nvPr/>
        </p:nvSpPr>
        <p:spPr>
          <a:xfrm>
            <a:off x="6079835" y="3480422"/>
            <a:ext cx="285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24" name="Arc 123">
            <a:extLst>
              <a:ext uri="{FF2B5EF4-FFF2-40B4-BE49-F238E27FC236}">
                <a16:creationId xmlns:a16="http://schemas.microsoft.com/office/drawing/2014/main" id="{5EC789C2-3CDF-B6CB-A187-DD11E662FC5A}"/>
              </a:ext>
            </a:extLst>
          </p:cNvPr>
          <p:cNvSpPr/>
          <p:nvPr/>
        </p:nvSpPr>
        <p:spPr>
          <a:xfrm>
            <a:off x="5314627" y="3167977"/>
            <a:ext cx="847568" cy="847568"/>
          </a:xfrm>
          <a:prstGeom prst="arc">
            <a:avLst>
              <a:gd name="adj1" fmla="val 16200000"/>
              <a:gd name="adj2" fmla="val 20689075"/>
            </a:avLst>
          </a:prstGeom>
          <a:ln>
            <a:solidFill>
              <a:schemeClr val="bg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BF9DB91-01B2-1DA0-8F7F-DAA4A9E9C28D}"/>
              </a:ext>
            </a:extLst>
          </p:cNvPr>
          <p:cNvSpPr txBox="1"/>
          <p:nvPr/>
        </p:nvSpPr>
        <p:spPr>
          <a:xfrm>
            <a:off x="5545026" y="3002436"/>
            <a:ext cx="46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F54A58E1-7168-9E50-F441-AE971D24DE69}"/>
              </a:ext>
            </a:extLst>
          </p:cNvPr>
          <p:cNvGrpSpPr/>
          <p:nvPr/>
        </p:nvGrpSpPr>
        <p:grpSpPr>
          <a:xfrm>
            <a:off x="413414" y="5453005"/>
            <a:ext cx="566194" cy="448288"/>
            <a:chOff x="313953" y="2253934"/>
            <a:chExt cx="649497" cy="514244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29D6A8FF-0AB1-08F3-466A-4899AE0488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5533" y="2491317"/>
              <a:ext cx="1" cy="276861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0F91FCDE-FEA0-32F8-DF1C-C3BAA6909B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534" y="2675467"/>
              <a:ext cx="173249" cy="92711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680E996-D5AD-7822-1215-3613B07C52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7364" y="2675467"/>
              <a:ext cx="168169" cy="92711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45291A1-080A-7DDF-AD43-147EA7052780}"/>
                </a:ext>
              </a:extLst>
            </p:cNvPr>
            <p:cNvSpPr txBox="1"/>
            <p:nvPr/>
          </p:nvSpPr>
          <p:spPr>
            <a:xfrm>
              <a:off x="534660" y="2253934"/>
              <a:ext cx="254851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L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3BD8989-4B39-2F2C-22E6-6AEE7F173995}"/>
                </a:ext>
              </a:extLst>
            </p:cNvPr>
            <p:cNvSpPr txBox="1"/>
            <p:nvPr/>
          </p:nvSpPr>
          <p:spPr>
            <a:xfrm>
              <a:off x="788825" y="2489832"/>
              <a:ext cx="1746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3B07B754-9B48-109C-37A9-69B14F83AB3D}"/>
                </a:ext>
              </a:extLst>
            </p:cNvPr>
            <p:cNvSpPr txBox="1"/>
            <p:nvPr/>
          </p:nvSpPr>
          <p:spPr>
            <a:xfrm>
              <a:off x="313953" y="2471055"/>
              <a:ext cx="1746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b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15BDD4B-CEEE-8386-989C-808D11CBE0B1}"/>
              </a:ext>
            </a:extLst>
          </p:cNvPr>
          <p:cNvGrpSpPr/>
          <p:nvPr/>
        </p:nvGrpSpPr>
        <p:grpSpPr>
          <a:xfrm>
            <a:off x="417428" y="6074842"/>
            <a:ext cx="563415" cy="783158"/>
            <a:chOff x="728985" y="5453006"/>
            <a:chExt cx="563415" cy="783158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6FB6999-B892-ECAE-51D8-C9DB94967B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411" y="5659943"/>
              <a:ext cx="1" cy="241351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3E05B7B9-59D2-F74A-0E04-32AA9D5471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411" y="5820474"/>
              <a:ext cx="151028" cy="80820"/>
            </a:xfrm>
            <a:prstGeom prst="line">
              <a:avLst/>
            </a:prstGeom>
            <a:ln w="12700">
              <a:solidFill>
                <a:schemeClr val="bg1"/>
              </a:solidFill>
              <a:tailEnd type="triangl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5D84354-1321-A7E9-6D19-DD5E954D359E}"/>
                </a:ext>
              </a:extLst>
            </p:cNvPr>
            <p:cNvSpPr txBox="1"/>
            <p:nvPr/>
          </p:nvSpPr>
          <p:spPr>
            <a:xfrm>
              <a:off x="918606" y="5453006"/>
              <a:ext cx="222164" cy="228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L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E3420D6-2AE3-498A-0DEC-B22429AB058E}"/>
                </a:ext>
              </a:extLst>
            </p:cNvPr>
            <p:cNvSpPr txBox="1"/>
            <p:nvPr/>
          </p:nvSpPr>
          <p:spPr>
            <a:xfrm>
              <a:off x="1140172" y="5658648"/>
              <a:ext cx="15222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8A34C6D-C362-E273-62E0-28BF3B6EFD12}"/>
                </a:ext>
              </a:extLst>
            </p:cNvPr>
            <p:cNvSpPr txBox="1"/>
            <p:nvPr/>
          </p:nvSpPr>
          <p:spPr>
            <a:xfrm>
              <a:off x="728985" y="5733926"/>
              <a:ext cx="15222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h</a:t>
              </a:r>
            </a:p>
          </p:txBody>
        </p:sp>
        <p:sp>
          <p:nvSpPr>
            <p:cNvPr id="145" name="Arc 144">
              <a:extLst>
                <a:ext uri="{FF2B5EF4-FFF2-40B4-BE49-F238E27FC236}">
                  <a16:creationId xmlns:a16="http://schemas.microsoft.com/office/drawing/2014/main" id="{9267A445-8285-4F12-A32D-D64575425AC5}"/>
                </a:ext>
              </a:extLst>
            </p:cNvPr>
            <p:cNvSpPr/>
            <p:nvPr/>
          </p:nvSpPr>
          <p:spPr>
            <a:xfrm rot="18544447">
              <a:off x="801442" y="5756227"/>
              <a:ext cx="479937" cy="479937"/>
            </a:xfrm>
            <a:prstGeom prst="arc">
              <a:avLst>
                <a:gd name="adj1" fmla="val 16653235"/>
                <a:gd name="adj2" fmla="val 21430483"/>
              </a:avLst>
            </a:prstGeom>
            <a:ln w="12700">
              <a:solidFill>
                <a:schemeClr val="bg1"/>
              </a:solidFill>
              <a:prstDash val="solid"/>
              <a:headEnd type="triangle" w="sm" len="med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1BDCA1A5-4564-6D04-9D2D-5A2C96A157AE}"/>
              </a:ext>
            </a:extLst>
          </p:cNvPr>
          <p:cNvSpPr txBox="1"/>
          <p:nvPr/>
        </p:nvSpPr>
        <p:spPr>
          <a:xfrm>
            <a:off x="1542412" y="6342681"/>
            <a:ext cx="460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c=0</a:t>
            </a: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9DDF2670-A7BB-F77C-81CD-0375C0DA9045}"/>
              </a:ext>
            </a:extLst>
          </p:cNvPr>
          <p:cNvCxnSpPr/>
          <p:nvPr/>
        </p:nvCxnSpPr>
        <p:spPr>
          <a:xfrm flipV="1">
            <a:off x="1762545" y="6161496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01623B45-772C-1560-C84B-5672B80D434B}"/>
              </a:ext>
            </a:extLst>
          </p:cNvPr>
          <p:cNvSpPr txBox="1"/>
          <p:nvPr/>
        </p:nvSpPr>
        <p:spPr>
          <a:xfrm>
            <a:off x="2212501" y="6342681"/>
            <a:ext cx="627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c=0.1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185012C-3EC8-E181-0A90-AE127AB7AE3A}"/>
              </a:ext>
            </a:extLst>
          </p:cNvPr>
          <p:cNvCxnSpPr/>
          <p:nvPr/>
        </p:nvCxnSpPr>
        <p:spPr>
          <a:xfrm flipV="1">
            <a:off x="2469913" y="6157632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59023ECF-3B9C-8763-B6CE-9C3535058D2F}"/>
              </a:ext>
            </a:extLst>
          </p:cNvPr>
          <p:cNvSpPr txBox="1"/>
          <p:nvPr/>
        </p:nvSpPr>
        <p:spPr>
          <a:xfrm>
            <a:off x="3749949" y="6346545"/>
            <a:ext cx="627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c=0.2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2E8609E3-BECD-A4CB-824C-1AB366352137}"/>
              </a:ext>
            </a:extLst>
          </p:cNvPr>
          <p:cNvCxnSpPr/>
          <p:nvPr/>
        </p:nvCxnSpPr>
        <p:spPr>
          <a:xfrm flipV="1">
            <a:off x="4007361" y="6161496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E2FFAAEF-78FD-83BA-C762-767DF40C7263}"/>
              </a:ext>
            </a:extLst>
          </p:cNvPr>
          <p:cNvSpPr txBox="1"/>
          <p:nvPr/>
        </p:nvSpPr>
        <p:spPr>
          <a:xfrm>
            <a:off x="6118795" y="6346545"/>
            <a:ext cx="627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c=0.3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59A2A66-FE01-1888-373F-E7F205265A4E}"/>
              </a:ext>
            </a:extLst>
          </p:cNvPr>
          <p:cNvCxnSpPr/>
          <p:nvPr/>
        </p:nvCxnSpPr>
        <p:spPr>
          <a:xfrm flipV="1">
            <a:off x="6376207" y="6161496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3F46312A-D278-EF68-A3C4-F90A83741424}"/>
              </a:ext>
            </a:extLst>
          </p:cNvPr>
          <p:cNvSpPr txBox="1"/>
          <p:nvPr/>
        </p:nvSpPr>
        <p:spPr>
          <a:xfrm>
            <a:off x="9537416" y="6346545"/>
            <a:ext cx="627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c=0.4</a:t>
            </a: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666EEF2-8851-E249-8DBE-DD3E0C063DFB}"/>
              </a:ext>
            </a:extLst>
          </p:cNvPr>
          <p:cNvCxnSpPr/>
          <p:nvPr/>
        </p:nvCxnSpPr>
        <p:spPr>
          <a:xfrm flipV="1">
            <a:off x="9794828" y="6161496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491A9CD8-B7D5-7438-F81B-358EC6469389}"/>
              </a:ext>
            </a:extLst>
          </p:cNvPr>
          <p:cNvSpPr txBox="1"/>
          <p:nvPr/>
        </p:nvSpPr>
        <p:spPr>
          <a:xfrm>
            <a:off x="11437868" y="6338817"/>
            <a:ext cx="627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c=0.5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04E50EA6-00F7-1AD5-77BF-198D178725C3}"/>
              </a:ext>
            </a:extLst>
          </p:cNvPr>
          <p:cNvCxnSpPr/>
          <p:nvPr/>
        </p:nvCxnSpPr>
        <p:spPr>
          <a:xfrm flipV="1">
            <a:off x="11695280" y="6153768"/>
            <a:ext cx="0" cy="21562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3D517032-6454-2911-E6A3-334FF4299184}"/>
              </a:ext>
            </a:extLst>
          </p:cNvPr>
          <p:cNvCxnSpPr>
            <a:cxnSpLocks/>
          </p:cNvCxnSpPr>
          <p:nvPr/>
        </p:nvCxnSpPr>
        <p:spPr>
          <a:xfrm flipV="1">
            <a:off x="5034084" y="4813300"/>
            <a:ext cx="0" cy="1127369"/>
          </a:xfrm>
          <a:prstGeom prst="straightConnector1">
            <a:avLst/>
          </a:prstGeom>
          <a:ln w="25400">
            <a:solidFill>
              <a:schemeClr val="bg1"/>
            </a:solidFill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A86AB62C-048E-6E64-8140-00DB2D1A5C50}"/>
              </a:ext>
            </a:extLst>
          </p:cNvPr>
          <p:cNvSpPr txBox="1"/>
          <p:nvPr/>
        </p:nvSpPr>
        <p:spPr>
          <a:xfrm>
            <a:off x="4903697" y="4565183"/>
            <a:ext cx="46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444141F-8E26-E797-17DA-00FC1C6D6069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5135033" y="6003744"/>
            <a:ext cx="2437970" cy="0"/>
          </a:xfrm>
          <a:prstGeom prst="straightConnector1">
            <a:avLst/>
          </a:prstGeom>
          <a:ln w="25400">
            <a:solidFill>
              <a:schemeClr val="bg1"/>
            </a:solidFill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02DD9BBD-1787-0D74-51BF-7D7989787755}"/>
              </a:ext>
            </a:extLst>
          </p:cNvPr>
          <p:cNvSpPr txBox="1"/>
          <p:nvPr/>
        </p:nvSpPr>
        <p:spPr>
          <a:xfrm>
            <a:off x="7573003" y="5849855"/>
            <a:ext cx="460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</a:t>
            </a:r>
          </a:p>
        </p:txBody>
      </p:sp>
      <p:pic>
        <p:nvPicPr>
          <p:cNvPr id="3" name="Picture 2" descr="A colorful cubes stacked together&#10;&#10;AI-generated content may be incorrect.">
            <a:extLst>
              <a:ext uri="{FF2B5EF4-FFF2-40B4-BE49-F238E27FC236}">
                <a16:creationId xmlns:a16="http://schemas.microsoft.com/office/drawing/2014/main" id="{31A9C12A-00EC-1B79-325C-A4C343B49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4" y="1567611"/>
            <a:ext cx="713442" cy="77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59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3432DC-E205-7111-829C-D1FE8B053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393" b="5482"/>
          <a:stretch>
            <a:fillRect/>
          </a:stretch>
        </p:blipFill>
        <p:spPr>
          <a:xfrm>
            <a:off x="679811" y="4880166"/>
            <a:ext cx="10649497" cy="1463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71C26E-2F57-04ED-6C28-69A78B480500}"/>
              </a:ext>
            </a:extLst>
          </p:cNvPr>
          <p:cNvSpPr txBox="1"/>
          <p:nvPr/>
        </p:nvSpPr>
        <p:spPr>
          <a:xfrm>
            <a:off x="479687" y="667409"/>
            <a:ext cx="11346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Oklab space –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bins are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l,a,b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.1x.1x.1 cubes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DD7321-262A-E335-9364-8F19CCA8DE83}"/>
              </a:ext>
            </a:extLst>
          </p:cNvPr>
          <p:cNvSpPr txBox="1"/>
          <p:nvPr/>
        </p:nvSpPr>
        <p:spPr>
          <a:xfrm>
            <a:off x="422722" y="2623077"/>
            <a:ext cx="11346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Oklab space – 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spatially equal size bins (following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h,c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arcs)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D683F0-46D2-6B01-C982-E02E200DA41D}"/>
              </a:ext>
            </a:extLst>
          </p:cNvPr>
          <p:cNvSpPr txBox="1"/>
          <p:nvPr/>
        </p:nvSpPr>
        <p:spPr>
          <a:xfrm>
            <a:off x="211771" y="9721"/>
            <a:ext cx="11346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HDR rec2020 colors in Oklab and Oklch space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8D232E-6D95-9FF0-E9C7-BE0493305CD2}"/>
              </a:ext>
            </a:extLst>
          </p:cNvPr>
          <p:cNvSpPr txBox="1"/>
          <p:nvPr/>
        </p:nvSpPr>
        <p:spPr>
          <a:xfrm>
            <a:off x="331282" y="4591625"/>
            <a:ext cx="11346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Oklch –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 bins as above, but shown in Oklch space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0A89A2-4A63-F6EF-5EB9-88BE665CC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16" y="1251064"/>
            <a:ext cx="10842193" cy="11432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5F6971-A0D9-B1E2-BE09-4B7E62C52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87" y="3288335"/>
            <a:ext cx="10103369" cy="1130358"/>
          </a:xfrm>
          <a:prstGeom prst="rect">
            <a:avLst/>
          </a:prstGeom>
        </p:spPr>
      </p:pic>
      <p:sp>
        <p:nvSpPr>
          <p:cNvPr id="25" name="Right Bracket 24">
            <a:extLst>
              <a:ext uri="{FF2B5EF4-FFF2-40B4-BE49-F238E27FC236}">
                <a16:creationId xmlns:a16="http://schemas.microsoft.com/office/drawing/2014/main" id="{61A9F720-ED09-ED7D-7B31-02282D08C5CD}"/>
              </a:ext>
            </a:extLst>
          </p:cNvPr>
          <p:cNvSpPr/>
          <p:nvPr/>
        </p:nvSpPr>
        <p:spPr>
          <a:xfrm>
            <a:off x="4546910" y="1490108"/>
            <a:ext cx="148947" cy="839871"/>
          </a:xfrm>
          <a:prstGeom prst="rightBracket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8CF030-D1AD-DC90-E8F4-3AC7F4A4ED56}"/>
              </a:ext>
            </a:extLst>
          </p:cNvPr>
          <p:cNvSpPr txBox="1"/>
          <p:nvPr/>
        </p:nvSpPr>
        <p:spPr>
          <a:xfrm>
            <a:off x="4798322" y="1740872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7" name="Right Bracket 26">
            <a:extLst>
              <a:ext uri="{FF2B5EF4-FFF2-40B4-BE49-F238E27FC236}">
                <a16:creationId xmlns:a16="http://schemas.microsoft.com/office/drawing/2014/main" id="{0786FE34-2885-DF43-A6D4-6387A005EC7E}"/>
              </a:ext>
            </a:extLst>
          </p:cNvPr>
          <p:cNvSpPr/>
          <p:nvPr/>
        </p:nvSpPr>
        <p:spPr>
          <a:xfrm rot="16200000" flipH="1">
            <a:off x="4058884" y="2137113"/>
            <a:ext cx="124533" cy="565150"/>
          </a:xfrm>
          <a:prstGeom prst="rightBracket">
            <a:avLst>
              <a:gd name="adj" fmla="val 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832946-86D0-4C83-627E-765D086879B3}"/>
              </a:ext>
            </a:extLst>
          </p:cNvPr>
          <p:cNvSpPr txBox="1"/>
          <p:nvPr/>
        </p:nvSpPr>
        <p:spPr>
          <a:xfrm>
            <a:off x="4011348" y="2410494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9" name="Right Bracket 28">
            <a:extLst>
              <a:ext uri="{FF2B5EF4-FFF2-40B4-BE49-F238E27FC236}">
                <a16:creationId xmlns:a16="http://schemas.microsoft.com/office/drawing/2014/main" id="{C22E4D56-8894-87B8-0825-521F9E27E012}"/>
              </a:ext>
            </a:extLst>
          </p:cNvPr>
          <p:cNvSpPr/>
          <p:nvPr/>
        </p:nvSpPr>
        <p:spPr>
          <a:xfrm>
            <a:off x="4798322" y="3498145"/>
            <a:ext cx="110228" cy="655340"/>
          </a:xfrm>
          <a:prstGeom prst="rightBracket">
            <a:avLst>
              <a:gd name="adj" fmla="val 19285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1AE86F-15CB-5BDC-7366-068EC3F2B069}"/>
              </a:ext>
            </a:extLst>
          </p:cNvPr>
          <p:cNvSpPr txBox="1"/>
          <p:nvPr/>
        </p:nvSpPr>
        <p:spPr>
          <a:xfrm>
            <a:off x="4841045" y="3665721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1" name="Right Bracket 30">
            <a:extLst>
              <a:ext uri="{FF2B5EF4-FFF2-40B4-BE49-F238E27FC236}">
                <a16:creationId xmlns:a16="http://schemas.microsoft.com/office/drawing/2014/main" id="{8D0F59D7-B127-0391-46EF-C5D55CD38213}"/>
              </a:ext>
            </a:extLst>
          </p:cNvPr>
          <p:cNvSpPr/>
          <p:nvPr/>
        </p:nvSpPr>
        <p:spPr>
          <a:xfrm rot="16200000" flipH="1">
            <a:off x="4446289" y="3968540"/>
            <a:ext cx="122323" cy="667191"/>
          </a:xfrm>
          <a:prstGeom prst="rightBracket">
            <a:avLst>
              <a:gd name="adj" fmla="val 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C65F74-23FA-619C-3C81-695E22493AD7}"/>
              </a:ext>
            </a:extLst>
          </p:cNvPr>
          <p:cNvSpPr txBox="1"/>
          <p:nvPr/>
        </p:nvSpPr>
        <p:spPr>
          <a:xfrm>
            <a:off x="4346628" y="4294046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8" name="Right Bracket 37">
            <a:extLst>
              <a:ext uri="{FF2B5EF4-FFF2-40B4-BE49-F238E27FC236}">
                <a16:creationId xmlns:a16="http://schemas.microsoft.com/office/drawing/2014/main" id="{0B8290FF-FCBB-A374-196E-B569888528D5}"/>
              </a:ext>
            </a:extLst>
          </p:cNvPr>
          <p:cNvSpPr/>
          <p:nvPr/>
        </p:nvSpPr>
        <p:spPr>
          <a:xfrm>
            <a:off x="4588961" y="5419330"/>
            <a:ext cx="45719" cy="655340"/>
          </a:xfrm>
          <a:prstGeom prst="rightBracket">
            <a:avLst>
              <a:gd name="adj" fmla="val 19285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ket 39">
            <a:extLst>
              <a:ext uri="{FF2B5EF4-FFF2-40B4-BE49-F238E27FC236}">
                <a16:creationId xmlns:a16="http://schemas.microsoft.com/office/drawing/2014/main" id="{762AE421-8BE3-744A-2BAA-D9E9D747EC1D}"/>
              </a:ext>
            </a:extLst>
          </p:cNvPr>
          <p:cNvSpPr/>
          <p:nvPr/>
        </p:nvSpPr>
        <p:spPr>
          <a:xfrm rot="16200000" flipH="1">
            <a:off x="4099075" y="5751871"/>
            <a:ext cx="111456" cy="953765"/>
          </a:xfrm>
          <a:prstGeom prst="rightBracket">
            <a:avLst>
              <a:gd name="adj" fmla="val 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E35C65-E588-5D6E-DE96-ED4CA5837184}"/>
              </a:ext>
            </a:extLst>
          </p:cNvPr>
          <p:cNvSpPr txBox="1"/>
          <p:nvPr/>
        </p:nvSpPr>
        <p:spPr>
          <a:xfrm>
            <a:off x="3891281" y="6215231"/>
            <a:ext cx="579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2EC1065-8CB5-9574-48B5-90308003116E}"/>
              </a:ext>
            </a:extLst>
          </p:cNvPr>
          <p:cNvCxnSpPr/>
          <p:nvPr/>
        </p:nvCxnSpPr>
        <p:spPr>
          <a:xfrm>
            <a:off x="859103" y="2036001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DCDBCE8-D449-7699-4765-231216D231D2}"/>
              </a:ext>
            </a:extLst>
          </p:cNvPr>
          <p:cNvSpPr txBox="1"/>
          <p:nvPr/>
        </p:nvSpPr>
        <p:spPr>
          <a:xfrm>
            <a:off x="557416" y="2350796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L=1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17D602E-BD4A-9CF6-A63C-BE1DD1F5245F}"/>
              </a:ext>
            </a:extLst>
          </p:cNvPr>
          <p:cNvCxnSpPr/>
          <p:nvPr/>
        </p:nvCxnSpPr>
        <p:spPr>
          <a:xfrm>
            <a:off x="10584705" y="2123616"/>
            <a:ext cx="0" cy="3147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A693BF2-1F63-E250-5412-3FBB070E5E43}"/>
              </a:ext>
            </a:extLst>
          </p:cNvPr>
          <p:cNvSpPr txBox="1"/>
          <p:nvPr/>
        </p:nvSpPr>
        <p:spPr>
          <a:xfrm>
            <a:off x="10283018" y="2438411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62BE3C5-2DDF-59E5-BC29-4726E1549F68}"/>
              </a:ext>
            </a:extLst>
          </p:cNvPr>
          <p:cNvCxnSpPr>
            <a:cxnSpLocks/>
          </p:cNvCxnSpPr>
          <p:nvPr/>
        </p:nvCxnSpPr>
        <p:spPr>
          <a:xfrm>
            <a:off x="10253435" y="4035053"/>
            <a:ext cx="0" cy="20592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2C50B06-B3D8-48A2-74F9-33EA4984A602}"/>
              </a:ext>
            </a:extLst>
          </p:cNvPr>
          <p:cNvSpPr txBox="1"/>
          <p:nvPr/>
        </p:nvSpPr>
        <p:spPr>
          <a:xfrm>
            <a:off x="9951748" y="4240973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F8B0A66-0242-0F48-8330-1AA9C56B687C}"/>
              </a:ext>
            </a:extLst>
          </p:cNvPr>
          <p:cNvCxnSpPr>
            <a:cxnSpLocks/>
          </p:cNvCxnSpPr>
          <p:nvPr/>
        </p:nvCxnSpPr>
        <p:spPr>
          <a:xfrm>
            <a:off x="724409" y="4035053"/>
            <a:ext cx="0" cy="20592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1E67E25-6F70-AA3B-5EF8-57CCB7D11E14}"/>
              </a:ext>
            </a:extLst>
          </p:cNvPr>
          <p:cNvSpPr txBox="1"/>
          <p:nvPr/>
        </p:nvSpPr>
        <p:spPr>
          <a:xfrm>
            <a:off x="422722" y="4240973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L=1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A8AE32C-8B29-F5F6-4997-FEAAAACD7AF8}"/>
              </a:ext>
            </a:extLst>
          </p:cNvPr>
          <p:cNvCxnSpPr>
            <a:cxnSpLocks/>
          </p:cNvCxnSpPr>
          <p:nvPr/>
        </p:nvCxnSpPr>
        <p:spPr>
          <a:xfrm>
            <a:off x="1088030" y="6399897"/>
            <a:ext cx="0" cy="20592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311B11B-73B8-3F5F-D4A5-478CD72FD265}"/>
              </a:ext>
            </a:extLst>
          </p:cNvPr>
          <p:cNvSpPr txBox="1"/>
          <p:nvPr/>
        </p:nvSpPr>
        <p:spPr>
          <a:xfrm>
            <a:off x="799836" y="6504287"/>
            <a:ext cx="60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c=0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4E84F0E-46F0-F218-EE58-7D498D43138A}"/>
              </a:ext>
            </a:extLst>
          </p:cNvPr>
          <p:cNvCxnSpPr>
            <a:cxnSpLocks/>
          </p:cNvCxnSpPr>
          <p:nvPr/>
        </p:nvCxnSpPr>
        <p:spPr>
          <a:xfrm>
            <a:off x="10883093" y="5853278"/>
            <a:ext cx="0" cy="20592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2697AD-8CAD-EFC6-8735-54629E3BCC10}"/>
              </a:ext>
            </a:extLst>
          </p:cNvPr>
          <p:cNvCxnSpPr/>
          <p:nvPr/>
        </p:nvCxnSpPr>
        <p:spPr>
          <a:xfrm>
            <a:off x="1270536" y="5197655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267A6D4-7736-1407-6FFD-A7B115F3BDE7}"/>
              </a:ext>
            </a:extLst>
          </p:cNvPr>
          <p:cNvCxnSpPr/>
          <p:nvPr/>
        </p:nvCxnSpPr>
        <p:spPr>
          <a:xfrm>
            <a:off x="1856073" y="5158668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047E2D5-493B-059A-2511-25FC85940F15}"/>
              </a:ext>
            </a:extLst>
          </p:cNvPr>
          <p:cNvCxnSpPr/>
          <p:nvPr/>
        </p:nvCxnSpPr>
        <p:spPr>
          <a:xfrm>
            <a:off x="2635721" y="5157552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3A0AFF6-0E2D-7EF5-5CAF-6538928B6F98}"/>
              </a:ext>
            </a:extLst>
          </p:cNvPr>
          <p:cNvCxnSpPr/>
          <p:nvPr/>
        </p:nvCxnSpPr>
        <p:spPr>
          <a:xfrm>
            <a:off x="3569376" y="5205677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6017C86-E9DB-296C-07C3-BCB153E2C7C1}"/>
              </a:ext>
            </a:extLst>
          </p:cNvPr>
          <p:cNvCxnSpPr/>
          <p:nvPr/>
        </p:nvCxnSpPr>
        <p:spPr>
          <a:xfrm>
            <a:off x="4724408" y="5244177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3C9CB2D-FA80-3097-E220-89DF946A38B4}"/>
              </a:ext>
            </a:extLst>
          </p:cNvPr>
          <p:cNvSpPr txBox="1"/>
          <p:nvPr/>
        </p:nvSpPr>
        <p:spPr>
          <a:xfrm>
            <a:off x="4569161" y="5586906"/>
            <a:ext cx="33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B943C84-3CD3-C4F1-AFC1-AA02F52F268A}"/>
              </a:ext>
            </a:extLst>
          </p:cNvPr>
          <p:cNvCxnSpPr/>
          <p:nvPr/>
        </p:nvCxnSpPr>
        <p:spPr>
          <a:xfrm>
            <a:off x="6042033" y="5220827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635C19A-9192-2F69-977E-330CED8234B2}"/>
              </a:ext>
            </a:extLst>
          </p:cNvPr>
          <p:cNvCxnSpPr/>
          <p:nvPr/>
        </p:nvCxnSpPr>
        <p:spPr>
          <a:xfrm>
            <a:off x="7586141" y="5157552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E400CB4-DEBC-60F5-4A6B-70341D273357}"/>
              </a:ext>
            </a:extLst>
          </p:cNvPr>
          <p:cNvCxnSpPr/>
          <p:nvPr/>
        </p:nvCxnSpPr>
        <p:spPr>
          <a:xfrm>
            <a:off x="9271008" y="5157552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6F9188F-287F-5746-7235-E009A257B73D}"/>
              </a:ext>
            </a:extLst>
          </p:cNvPr>
          <p:cNvCxnSpPr/>
          <p:nvPr/>
        </p:nvCxnSpPr>
        <p:spPr>
          <a:xfrm>
            <a:off x="10574310" y="5197655"/>
            <a:ext cx="0" cy="1264901"/>
          </a:xfrm>
          <a:prstGeom prst="line">
            <a:avLst/>
          </a:prstGeom>
          <a:ln w="25400">
            <a:solidFill>
              <a:schemeClr val="dk1">
                <a:alpha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56E3884-6560-851F-50CA-C9EFEC4C4CC9}"/>
              </a:ext>
            </a:extLst>
          </p:cNvPr>
          <p:cNvSpPr txBox="1"/>
          <p:nvPr/>
        </p:nvSpPr>
        <p:spPr>
          <a:xfrm>
            <a:off x="10364729" y="6205092"/>
            <a:ext cx="964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c=.475</a:t>
            </a:r>
          </a:p>
        </p:txBody>
      </p:sp>
    </p:spTree>
    <p:extLst>
      <p:ext uri="{BB962C8B-B14F-4D97-AF65-F5344CB8AC3E}">
        <p14:creationId xmlns:p14="http://schemas.microsoft.com/office/powerpoint/2010/main" val="4211135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180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Thayer</dc:creator>
  <cp:lastModifiedBy>Kyle Thayer</cp:lastModifiedBy>
  <cp:revision>11</cp:revision>
  <dcterms:created xsi:type="dcterms:W3CDTF">2025-11-10T19:52:59Z</dcterms:created>
  <dcterms:modified xsi:type="dcterms:W3CDTF">2025-12-20T03:46:07Z</dcterms:modified>
</cp:coreProperties>
</file>