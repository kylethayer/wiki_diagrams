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3" autoAdjust="0"/>
    <p:restoredTop sz="94660"/>
  </p:normalViewPr>
  <p:slideViewPr>
    <p:cSldViewPr snapToGrid="0">
      <p:cViewPr>
        <p:scale>
          <a:sx n="75" d="100"/>
          <a:sy n="75" d="100"/>
        </p:scale>
        <p:origin x="3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6A2DA-048E-7900-7ECD-5F78E362D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3E769D-132D-359A-1789-68A42B9DE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E0BC9-F44A-2FDE-EB30-13B9C00C6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D65B2-2E3C-9E5F-0161-860862498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229D1F-349C-5C6B-146B-E7A64750F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230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DB4A7-8BF8-9BE4-DFD0-289B8F26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1C4E9-BB05-8892-639F-1CD795BB5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4F1DA-D6C0-39FF-A179-8D6C1D670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AB124-3966-B38A-5E03-5D6BC890C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77A8A-4F86-DAAF-0E7B-A297D94A6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13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CE004-E899-A7E8-158D-E8A763609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766F9-D700-9E1C-9ECA-9A22E0B6B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1BECA-A51D-C2B9-7A88-A04BB02E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7721F-7EB3-BD6A-9FCC-8F7F532BC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4AD02-5935-1FB5-53CC-73DDA2D8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890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A8AD-8001-905A-ACCC-667814BCA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B2629-6364-7C89-1473-5818ACA9C6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048CD-3C6C-DDC5-35EE-C20DA8045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1DC74-F35F-E85C-062F-B56EF899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8A5C02-6995-753F-FFC8-36F9D84E0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D2AD9C-DF1E-1DC3-59FB-61AB21D5D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18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1181B-561A-AB36-703F-2E5DA247E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FE76D-0DC9-9166-0D28-BBFF2CC16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625DC-C771-EE59-6D23-9C6DB5A8D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E77C6-367D-3864-73AE-FC126D35F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03285-9747-5688-8F25-F5DFEF819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A0C850-8D01-985C-5B9D-060760FE9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1F961-CE2C-FCC4-967B-84D4114FF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0323CE-EDD6-2065-850D-2A6327317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7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5F42A-C11D-5D4F-0EC8-C730C466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724DB-1010-7BB5-671C-3A99160FD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10595-A9BF-64D0-17A3-637820B2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E1E13-8FE5-0364-47AA-134A51575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16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9525C0-B804-074F-65B5-E5902B2E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D6570-B244-0958-E8F7-473CD12D9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6F5AE-510C-B768-2DD5-E85847B9E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582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0900-6C91-0459-5B6F-A823DB972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9BCA-C758-2BDD-8001-49593160C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7F5C24-4571-D458-1EF3-46DC7C4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94548-8EED-8D84-6666-2D3CD3A1F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20FC-F4BC-2B3D-BA25-18D4EDAF2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AFB84-E09A-390A-AEB8-7006072C9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62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CAEC4-924D-56E4-6884-EB09B0AC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12ED7D-1BBE-949E-9092-5F663C69E7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44F5B-F637-ECB9-9414-67FB1B07C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9BA3E-7305-81EE-97E6-0DF290069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CF65A-EE9E-49FC-70DA-56D5CEAC3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0D707-6A93-683B-7B7B-DED0D81AE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72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8DBC-EAFB-83A1-C173-929A256C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D3148-426F-9EE9-C103-815AE652D7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08E28-043D-9CBD-F5FB-4C36E6474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048B0-A84A-E000-CBF4-2BCF429E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FA74D-56F1-2E33-F31A-2A1B902D7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852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BD2EB2-3F0A-3322-DF27-F555896E82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C7E83-8003-1DCE-DB72-AC4404B9CF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BEF40-9B2D-8E9F-4377-52FD865B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F0136-F1C8-4615-471F-021CD0BB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7C75F-F630-B096-5550-3C82D4C5F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083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3C39B1-BFB2-ECB7-A35E-1A4D9E244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B1B93-4807-7B8E-0C50-71A48F22D0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5C8D-C106-18B8-AE32-4BA76936FA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DB5FBA-DE23-4835-A853-3EE2941C2EB8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0861C-871A-D2F0-BA53-DDD0DE8064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BBE166-BF10-5AF0-EC27-F7242FB2CB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81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6A6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3432DC-E205-7111-829C-D1FE8B053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93" b="5482"/>
          <a:stretch>
            <a:fillRect/>
          </a:stretch>
        </p:blipFill>
        <p:spPr>
          <a:xfrm>
            <a:off x="679811" y="4880166"/>
            <a:ext cx="10649497" cy="14630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471C26E-2F57-04ED-6C28-69A78B480500}"/>
              </a:ext>
            </a:extLst>
          </p:cNvPr>
          <p:cNvSpPr txBox="1"/>
          <p:nvPr/>
        </p:nvSpPr>
        <p:spPr>
          <a:xfrm>
            <a:off x="479687" y="667409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bins are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l,a,b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.1x.1x.1 cubes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DD7321-262A-E335-9364-8F19CCA8DE83}"/>
              </a:ext>
            </a:extLst>
          </p:cNvPr>
          <p:cNvSpPr txBox="1"/>
          <p:nvPr/>
        </p:nvSpPr>
        <p:spPr>
          <a:xfrm>
            <a:off x="422722" y="2623077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spatially equal size bins (following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h,c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arcs)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D683F0-46D2-6B01-C982-E02E200DA41D}"/>
              </a:ext>
            </a:extLst>
          </p:cNvPr>
          <p:cNvSpPr txBox="1"/>
          <p:nvPr/>
        </p:nvSpPr>
        <p:spPr>
          <a:xfrm>
            <a:off x="211771" y="9721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HDR rec2020 colors in </a:t>
            </a:r>
            <a:r>
              <a:rPr lang="en-US" sz="36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and </a:t>
            </a:r>
            <a:r>
              <a:rPr lang="en-US" sz="36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Oklch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space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8D232E-6D95-9FF0-E9C7-BE0493305CD2}"/>
              </a:ext>
            </a:extLst>
          </p:cNvPr>
          <p:cNvSpPr txBox="1"/>
          <p:nvPr/>
        </p:nvSpPr>
        <p:spPr>
          <a:xfrm>
            <a:off x="331282" y="4591625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Oklch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same bins as above, but shown in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Oklch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space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00A89A2-4A63-F6EF-5EB9-88BE665CC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16" y="1251064"/>
            <a:ext cx="10842193" cy="114327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05F6971-A0D9-B1E2-BE09-4B7E62C5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87" y="3288335"/>
            <a:ext cx="10103369" cy="1130358"/>
          </a:xfrm>
          <a:prstGeom prst="rect">
            <a:avLst/>
          </a:prstGeom>
        </p:spPr>
      </p:pic>
      <p:sp>
        <p:nvSpPr>
          <p:cNvPr id="25" name="Right Bracket 24">
            <a:extLst>
              <a:ext uri="{FF2B5EF4-FFF2-40B4-BE49-F238E27FC236}">
                <a16:creationId xmlns:a16="http://schemas.microsoft.com/office/drawing/2014/main" id="{61A9F720-ED09-ED7D-7B31-02282D08C5CD}"/>
              </a:ext>
            </a:extLst>
          </p:cNvPr>
          <p:cNvSpPr/>
          <p:nvPr/>
        </p:nvSpPr>
        <p:spPr>
          <a:xfrm>
            <a:off x="4546910" y="1490108"/>
            <a:ext cx="148947" cy="839871"/>
          </a:xfrm>
          <a:prstGeom prst="rightBracket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8CF030-D1AD-DC90-E8F4-3AC7F4A4ED56}"/>
              </a:ext>
            </a:extLst>
          </p:cNvPr>
          <p:cNvSpPr txBox="1"/>
          <p:nvPr/>
        </p:nvSpPr>
        <p:spPr>
          <a:xfrm>
            <a:off x="4798322" y="1740872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7" name="Right Bracket 26">
            <a:extLst>
              <a:ext uri="{FF2B5EF4-FFF2-40B4-BE49-F238E27FC236}">
                <a16:creationId xmlns:a16="http://schemas.microsoft.com/office/drawing/2014/main" id="{0786FE34-2885-DF43-A6D4-6387A005EC7E}"/>
              </a:ext>
            </a:extLst>
          </p:cNvPr>
          <p:cNvSpPr/>
          <p:nvPr/>
        </p:nvSpPr>
        <p:spPr>
          <a:xfrm rot="16200000" flipH="1">
            <a:off x="4058884" y="2137113"/>
            <a:ext cx="124533" cy="565150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832946-86D0-4C83-627E-765D086879B3}"/>
              </a:ext>
            </a:extLst>
          </p:cNvPr>
          <p:cNvSpPr txBox="1"/>
          <p:nvPr/>
        </p:nvSpPr>
        <p:spPr>
          <a:xfrm>
            <a:off x="4011348" y="2410494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29" name="Right Bracket 28">
            <a:extLst>
              <a:ext uri="{FF2B5EF4-FFF2-40B4-BE49-F238E27FC236}">
                <a16:creationId xmlns:a16="http://schemas.microsoft.com/office/drawing/2014/main" id="{C22E4D56-8894-87B8-0825-521F9E27E012}"/>
              </a:ext>
            </a:extLst>
          </p:cNvPr>
          <p:cNvSpPr/>
          <p:nvPr/>
        </p:nvSpPr>
        <p:spPr>
          <a:xfrm>
            <a:off x="4798322" y="3498145"/>
            <a:ext cx="110228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1AE86F-15CB-5BDC-7366-068EC3F2B069}"/>
              </a:ext>
            </a:extLst>
          </p:cNvPr>
          <p:cNvSpPr txBox="1"/>
          <p:nvPr/>
        </p:nvSpPr>
        <p:spPr>
          <a:xfrm>
            <a:off x="4841045" y="3665721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8D0F59D7-B127-0391-46EF-C5D55CD38213}"/>
              </a:ext>
            </a:extLst>
          </p:cNvPr>
          <p:cNvSpPr/>
          <p:nvPr/>
        </p:nvSpPr>
        <p:spPr>
          <a:xfrm rot="16200000" flipH="1">
            <a:off x="4446289" y="3968540"/>
            <a:ext cx="122323" cy="667191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C65F74-23FA-619C-3C81-695E22493AD7}"/>
              </a:ext>
            </a:extLst>
          </p:cNvPr>
          <p:cNvSpPr txBox="1"/>
          <p:nvPr/>
        </p:nvSpPr>
        <p:spPr>
          <a:xfrm>
            <a:off x="4346628" y="429404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0B8290FF-FCBB-A374-196E-B569888528D5}"/>
              </a:ext>
            </a:extLst>
          </p:cNvPr>
          <p:cNvSpPr/>
          <p:nvPr/>
        </p:nvSpPr>
        <p:spPr>
          <a:xfrm>
            <a:off x="4588961" y="5419330"/>
            <a:ext cx="45719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ket 39">
            <a:extLst>
              <a:ext uri="{FF2B5EF4-FFF2-40B4-BE49-F238E27FC236}">
                <a16:creationId xmlns:a16="http://schemas.microsoft.com/office/drawing/2014/main" id="{762AE421-8BE3-744A-2BAA-D9E9D747EC1D}"/>
              </a:ext>
            </a:extLst>
          </p:cNvPr>
          <p:cNvSpPr/>
          <p:nvPr/>
        </p:nvSpPr>
        <p:spPr>
          <a:xfrm rot="16200000" flipH="1">
            <a:off x="4099075" y="5751871"/>
            <a:ext cx="111456" cy="953765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E35C65-E588-5D6E-DE96-ED4CA5837184}"/>
              </a:ext>
            </a:extLst>
          </p:cNvPr>
          <p:cNvSpPr txBox="1"/>
          <p:nvPr/>
        </p:nvSpPr>
        <p:spPr>
          <a:xfrm>
            <a:off x="3891281" y="6215231"/>
            <a:ext cx="579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2EC1065-8CB5-9574-48B5-90308003116E}"/>
              </a:ext>
            </a:extLst>
          </p:cNvPr>
          <p:cNvCxnSpPr/>
          <p:nvPr/>
        </p:nvCxnSpPr>
        <p:spPr>
          <a:xfrm>
            <a:off x="859103" y="2036001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DCDBCE8-D449-7699-4765-231216D231D2}"/>
              </a:ext>
            </a:extLst>
          </p:cNvPr>
          <p:cNvSpPr txBox="1"/>
          <p:nvPr/>
        </p:nvSpPr>
        <p:spPr>
          <a:xfrm>
            <a:off x="557416" y="2350796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17D602E-BD4A-9CF6-A63C-BE1DD1F5245F}"/>
              </a:ext>
            </a:extLst>
          </p:cNvPr>
          <p:cNvCxnSpPr/>
          <p:nvPr/>
        </p:nvCxnSpPr>
        <p:spPr>
          <a:xfrm>
            <a:off x="10584705" y="2123616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693BF2-1F63-E250-5412-3FBB070E5E43}"/>
              </a:ext>
            </a:extLst>
          </p:cNvPr>
          <p:cNvSpPr txBox="1"/>
          <p:nvPr/>
        </p:nvSpPr>
        <p:spPr>
          <a:xfrm>
            <a:off x="10283018" y="2438411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2BE3C5-2DDF-59E5-BC29-4726E1549F68}"/>
              </a:ext>
            </a:extLst>
          </p:cNvPr>
          <p:cNvCxnSpPr>
            <a:cxnSpLocks/>
          </p:cNvCxnSpPr>
          <p:nvPr/>
        </p:nvCxnSpPr>
        <p:spPr>
          <a:xfrm>
            <a:off x="10253435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2C50B06-B3D8-48A2-74F9-33EA4984A602}"/>
              </a:ext>
            </a:extLst>
          </p:cNvPr>
          <p:cNvSpPr txBox="1"/>
          <p:nvPr/>
        </p:nvSpPr>
        <p:spPr>
          <a:xfrm>
            <a:off x="9951748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F8B0A66-0242-0F48-8330-1AA9C56B687C}"/>
              </a:ext>
            </a:extLst>
          </p:cNvPr>
          <p:cNvCxnSpPr>
            <a:cxnSpLocks/>
          </p:cNvCxnSpPr>
          <p:nvPr/>
        </p:nvCxnSpPr>
        <p:spPr>
          <a:xfrm>
            <a:off x="724409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1E67E25-6F70-AA3B-5EF8-57CCB7D11E14}"/>
              </a:ext>
            </a:extLst>
          </p:cNvPr>
          <p:cNvSpPr txBox="1"/>
          <p:nvPr/>
        </p:nvSpPr>
        <p:spPr>
          <a:xfrm>
            <a:off x="422722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A8AE32C-8B29-F5F6-4997-FEAAAACD7AF8}"/>
              </a:ext>
            </a:extLst>
          </p:cNvPr>
          <p:cNvCxnSpPr>
            <a:cxnSpLocks/>
          </p:cNvCxnSpPr>
          <p:nvPr/>
        </p:nvCxnSpPr>
        <p:spPr>
          <a:xfrm>
            <a:off x="1088030" y="6399897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311B11B-73B8-3F5F-D4A5-478CD72FD265}"/>
              </a:ext>
            </a:extLst>
          </p:cNvPr>
          <p:cNvSpPr txBox="1"/>
          <p:nvPr/>
        </p:nvSpPr>
        <p:spPr>
          <a:xfrm>
            <a:off x="799836" y="6504287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4E84F0E-46F0-F218-EE58-7D498D43138A}"/>
              </a:ext>
            </a:extLst>
          </p:cNvPr>
          <p:cNvCxnSpPr>
            <a:cxnSpLocks/>
          </p:cNvCxnSpPr>
          <p:nvPr/>
        </p:nvCxnSpPr>
        <p:spPr>
          <a:xfrm>
            <a:off x="10883093" y="5853278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22697AD-8CAD-EFC6-8735-54629E3BCC10}"/>
              </a:ext>
            </a:extLst>
          </p:cNvPr>
          <p:cNvCxnSpPr/>
          <p:nvPr/>
        </p:nvCxnSpPr>
        <p:spPr>
          <a:xfrm>
            <a:off x="1270536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267A6D4-7736-1407-6FFD-A7B115F3BDE7}"/>
              </a:ext>
            </a:extLst>
          </p:cNvPr>
          <p:cNvCxnSpPr/>
          <p:nvPr/>
        </p:nvCxnSpPr>
        <p:spPr>
          <a:xfrm>
            <a:off x="1856073" y="5158668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047E2D5-493B-059A-2511-25FC85940F15}"/>
              </a:ext>
            </a:extLst>
          </p:cNvPr>
          <p:cNvCxnSpPr/>
          <p:nvPr/>
        </p:nvCxnSpPr>
        <p:spPr>
          <a:xfrm>
            <a:off x="263572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3A0AFF6-0E2D-7EF5-5CAF-6538928B6F98}"/>
              </a:ext>
            </a:extLst>
          </p:cNvPr>
          <p:cNvCxnSpPr/>
          <p:nvPr/>
        </p:nvCxnSpPr>
        <p:spPr>
          <a:xfrm>
            <a:off x="3569376" y="52056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6017C86-E9DB-296C-07C3-BCB153E2C7C1}"/>
              </a:ext>
            </a:extLst>
          </p:cNvPr>
          <p:cNvCxnSpPr/>
          <p:nvPr/>
        </p:nvCxnSpPr>
        <p:spPr>
          <a:xfrm>
            <a:off x="4724408" y="52441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C9CB2D-FA80-3097-E220-89DF946A38B4}"/>
              </a:ext>
            </a:extLst>
          </p:cNvPr>
          <p:cNvSpPr txBox="1"/>
          <p:nvPr/>
        </p:nvSpPr>
        <p:spPr>
          <a:xfrm>
            <a:off x="4569161" y="558690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943C84-3CD3-C4F1-AFC1-AA02F52F268A}"/>
              </a:ext>
            </a:extLst>
          </p:cNvPr>
          <p:cNvCxnSpPr/>
          <p:nvPr/>
        </p:nvCxnSpPr>
        <p:spPr>
          <a:xfrm>
            <a:off x="6042033" y="522082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635C19A-9192-2F69-977E-330CED8234B2}"/>
              </a:ext>
            </a:extLst>
          </p:cNvPr>
          <p:cNvCxnSpPr/>
          <p:nvPr/>
        </p:nvCxnSpPr>
        <p:spPr>
          <a:xfrm>
            <a:off x="758614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4E400CB4-DEBC-60F5-4A6B-70341D273357}"/>
              </a:ext>
            </a:extLst>
          </p:cNvPr>
          <p:cNvCxnSpPr/>
          <p:nvPr/>
        </p:nvCxnSpPr>
        <p:spPr>
          <a:xfrm>
            <a:off x="9271008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6F9188F-287F-5746-7235-E009A257B73D}"/>
              </a:ext>
            </a:extLst>
          </p:cNvPr>
          <p:cNvCxnSpPr/>
          <p:nvPr/>
        </p:nvCxnSpPr>
        <p:spPr>
          <a:xfrm>
            <a:off x="10574310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956E3884-6560-851F-50CA-C9EFEC4C4CC9}"/>
              </a:ext>
            </a:extLst>
          </p:cNvPr>
          <p:cNvSpPr txBox="1"/>
          <p:nvPr/>
        </p:nvSpPr>
        <p:spPr>
          <a:xfrm>
            <a:off x="10364729" y="6205092"/>
            <a:ext cx="964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c=.475</a:t>
            </a:r>
          </a:p>
        </p:txBody>
      </p:sp>
    </p:spTree>
    <p:extLst>
      <p:ext uri="{BB962C8B-B14F-4D97-AF65-F5344CB8AC3E}">
        <p14:creationId xmlns:p14="http://schemas.microsoft.com/office/powerpoint/2010/main" val="4211135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75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Thayer</dc:creator>
  <cp:lastModifiedBy>Kyle Thayer</cp:lastModifiedBy>
  <cp:revision>1</cp:revision>
  <dcterms:created xsi:type="dcterms:W3CDTF">2025-11-10T19:52:59Z</dcterms:created>
  <dcterms:modified xsi:type="dcterms:W3CDTF">2025-11-10T20:37:13Z</dcterms:modified>
</cp:coreProperties>
</file>