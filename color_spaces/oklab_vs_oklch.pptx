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8" r:id="rId3"/>
    <p:sldId id="25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11" autoAdjust="0"/>
    <p:restoredTop sz="94660"/>
  </p:normalViewPr>
  <p:slideViewPr>
    <p:cSldViewPr snapToGrid="0">
      <p:cViewPr>
        <p:scale>
          <a:sx n="79" d="100"/>
          <a:sy n="79" d="100"/>
        </p:scale>
        <p:origin x="352" y="-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6A2DA-048E-7900-7ECD-5F78E362D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3E769D-132D-359A-1789-68A42B9DE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E0BC9-F44A-2FDE-EB30-13B9C00C6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D65B2-2E3C-9E5F-0161-860862498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229D1F-349C-5C6B-146B-E7A64750F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230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DB4A7-8BF8-9BE4-DFD0-289B8F26C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1C4E9-BB05-8892-639F-1CD795BB5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4F1DA-D6C0-39FF-A179-8D6C1D670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AB124-3966-B38A-5E03-5D6BC890C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77A8A-4F86-DAAF-0E7B-A297D94A6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13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CE004-E899-A7E8-158D-E8A763609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766F9-D700-9E1C-9ECA-9A22E0B6B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1BECA-A51D-C2B9-7A88-A04BB02E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7721F-7EB3-BD6A-9FCC-8F7F532BC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4AD02-5935-1FB5-53CC-73DDA2D8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890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A8AD-8001-905A-ACCC-667814BCA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B2629-6364-7C89-1473-5818ACA9C6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048CD-3C6C-DDC5-35EE-C20DA80459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1DC74-F35F-E85C-062F-B56EF899A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8A5C02-6995-753F-FFC8-36F9D84E0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D2AD9C-DF1E-1DC3-59FB-61AB21D5D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18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1181B-561A-AB36-703F-2E5DA247E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FE76D-0DC9-9166-0D28-BBFF2CC16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625DC-C771-EE59-6D23-9C6DB5A8D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E77C6-367D-3864-73AE-FC126D35F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03285-9747-5688-8F25-F5DFEF8191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A0C850-8D01-985C-5B9D-060760FE9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1F961-CE2C-FCC4-967B-84D4114FF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0323CE-EDD6-2065-850D-2A6327317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7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5F42A-C11D-5D4F-0EC8-C730C4669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724DB-1010-7BB5-671C-3A99160FD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10595-A9BF-64D0-17A3-637820B23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5E1E13-8FE5-0364-47AA-134A51575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16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9525C0-B804-074F-65B5-E5902B2E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D6570-B244-0958-E8F7-473CD12D9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6F5AE-510C-B768-2DD5-E85847B9E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582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30900-6C91-0459-5B6F-A823DB972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19BCA-C758-2BDD-8001-49593160C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7F5C24-4571-D458-1EF3-46DC7C4D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94548-8EED-8D84-6666-2D3CD3A1F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20FC-F4BC-2B3D-BA25-18D4EDAF2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AFB84-E09A-390A-AEB8-7006072C9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362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CAEC4-924D-56E4-6884-EB09B0ACD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12ED7D-1BBE-949E-9092-5F663C69E7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44F5B-F637-ECB9-9414-67FB1B07C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9BA3E-7305-81EE-97E6-0DF290069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CF65A-EE9E-49FC-70DA-56D5CEAC3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0D707-6A93-683B-7B7B-DED0D81AE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72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88DBC-EAFB-83A1-C173-929A256C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D3148-426F-9EE9-C103-815AE652D7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08E28-043D-9CBD-F5FB-4C36E6474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048B0-A84A-E000-CBF4-2BCF429E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FA74D-56F1-2E33-F31A-2A1B902D7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852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BD2EB2-3F0A-3322-DF27-F555896E82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4C7E83-8003-1DCE-DB72-AC4404B9CF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BEF40-9B2D-8E9F-4377-52FD865B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F0136-F1C8-4615-471F-021CD0BB9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7C75F-F630-B096-5550-3C82D4C5F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083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3C39B1-BFB2-ECB7-A35E-1A4D9E244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7B1B93-4807-7B8E-0C50-71A48F22D0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5C8D-C106-18B8-AE32-4BA76936FA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DB5FBA-DE23-4835-A853-3EE2941C2EB8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0861C-871A-D2F0-BA53-DDD0DE8064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BBE166-BF10-5AF0-EC27-F7242FB2CB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81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0808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36283-EA15-1314-C8A2-196BB2CAF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oup of different colored squares&#10;&#10;AI-generated content may be incorrect.">
            <a:extLst>
              <a:ext uri="{FF2B5EF4-FFF2-40B4-BE49-F238E27FC236}">
                <a16:creationId xmlns:a16="http://schemas.microsoft.com/office/drawing/2014/main" id="{C2870D94-B039-F29A-E530-7F88F15AA0E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56712" y="761252"/>
            <a:ext cx="10520815" cy="5506221"/>
          </a:xfrm>
          <a:prstGeom prst="rect">
            <a:avLst/>
          </a:prstGeom>
        </p:spPr>
      </p:pic>
      <p:pic>
        <p:nvPicPr>
          <p:cNvPr id="18" name="Picture 17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E502C13B-D34A-4475-879A-3AE136D97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9" y="4055954"/>
            <a:ext cx="1590542" cy="165474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DBB61B-9A4C-028F-EDED-34193AE1DBD0}"/>
              </a:ext>
            </a:extLst>
          </p:cNvPr>
          <p:cNvSpPr txBox="1"/>
          <p:nvPr/>
        </p:nvSpPr>
        <p:spPr>
          <a:xfrm>
            <a:off x="1713844" y="2203229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86F1770-1FA5-F25D-6034-DB75807E0365}"/>
              </a:ext>
            </a:extLst>
          </p:cNvPr>
          <p:cNvCxnSpPr/>
          <p:nvPr/>
        </p:nvCxnSpPr>
        <p:spPr>
          <a:xfrm flipV="1">
            <a:off x="1933977" y="2022044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5D3C859-2AF9-63C1-7308-103F7ABFB6DC}"/>
              </a:ext>
            </a:extLst>
          </p:cNvPr>
          <p:cNvSpPr txBox="1"/>
          <p:nvPr/>
        </p:nvSpPr>
        <p:spPr>
          <a:xfrm>
            <a:off x="11375162" y="2224403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L=1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112D0CA-BC70-8059-DC7C-938A6C970918}"/>
              </a:ext>
            </a:extLst>
          </p:cNvPr>
          <p:cNvCxnSpPr/>
          <p:nvPr/>
        </p:nvCxnSpPr>
        <p:spPr>
          <a:xfrm flipV="1">
            <a:off x="11595295" y="204321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CF266D1-06C3-5C99-A274-A7F1613E4676}"/>
              </a:ext>
            </a:extLst>
          </p:cNvPr>
          <p:cNvSpPr txBox="1"/>
          <p:nvPr/>
        </p:nvSpPr>
        <p:spPr>
          <a:xfrm>
            <a:off x="43937" y="405906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Oklab bins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C371F07-BDB0-3A34-47EA-645D7436697F}"/>
              </a:ext>
            </a:extLst>
          </p:cNvPr>
          <p:cNvSpPr txBox="1"/>
          <p:nvPr/>
        </p:nvSpPr>
        <p:spPr>
          <a:xfrm>
            <a:off x="79259" y="2963740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Oklch bins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2AA7C95-C89C-5053-62CF-3DBD86D6BAF1}"/>
              </a:ext>
            </a:extLst>
          </p:cNvPr>
          <p:cNvCxnSpPr>
            <a:cxnSpLocks/>
          </p:cNvCxnSpPr>
          <p:nvPr/>
        </p:nvCxnSpPr>
        <p:spPr>
          <a:xfrm flipV="1">
            <a:off x="79259" y="2713521"/>
            <a:ext cx="11993679" cy="39211"/>
          </a:xfrm>
          <a:prstGeom prst="line">
            <a:avLst/>
          </a:prstGeom>
          <a:ln w="31750">
            <a:solidFill>
              <a:schemeClr val="bg1">
                <a:lumMod val="75000"/>
                <a:alpha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CBCB40D5-F870-29AC-C29D-44022E2498DD}"/>
              </a:ext>
            </a:extLst>
          </p:cNvPr>
          <p:cNvSpPr txBox="1"/>
          <p:nvPr/>
        </p:nvSpPr>
        <p:spPr>
          <a:xfrm>
            <a:off x="2324320" y="226055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L=0.1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AA2D3B8-B5A5-2279-78D4-8A473A4AC15F}"/>
              </a:ext>
            </a:extLst>
          </p:cNvPr>
          <p:cNvCxnSpPr>
            <a:cxnSpLocks/>
          </p:cNvCxnSpPr>
          <p:nvPr/>
        </p:nvCxnSpPr>
        <p:spPr>
          <a:xfrm flipV="1">
            <a:off x="2544453" y="219589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A324F5B-C973-545B-40C1-401E4CEFE1FD}"/>
              </a:ext>
            </a:extLst>
          </p:cNvPr>
          <p:cNvSpPr txBox="1"/>
          <p:nvPr/>
        </p:nvSpPr>
        <p:spPr>
          <a:xfrm>
            <a:off x="3087983" y="2258838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L=0.2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DDF9C41-E202-73DB-4C1F-9778050F4646}"/>
              </a:ext>
            </a:extLst>
          </p:cNvPr>
          <p:cNvCxnSpPr>
            <a:cxnSpLocks/>
          </p:cNvCxnSpPr>
          <p:nvPr/>
        </p:nvCxnSpPr>
        <p:spPr>
          <a:xfrm flipV="1">
            <a:off x="3308116" y="2194181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F972624-0203-CD23-3F5B-DC7C81197A0A}"/>
              </a:ext>
            </a:extLst>
          </p:cNvPr>
          <p:cNvSpPr txBox="1"/>
          <p:nvPr/>
        </p:nvSpPr>
        <p:spPr>
          <a:xfrm>
            <a:off x="4223858" y="226201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L=0.3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8A326C3-6B94-AD71-ED87-9513BA75CC64}"/>
              </a:ext>
            </a:extLst>
          </p:cNvPr>
          <p:cNvCxnSpPr>
            <a:cxnSpLocks/>
          </p:cNvCxnSpPr>
          <p:nvPr/>
        </p:nvCxnSpPr>
        <p:spPr>
          <a:xfrm flipV="1">
            <a:off x="4443991" y="2224403"/>
            <a:ext cx="0" cy="72045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A93BF89B-183F-1898-D814-117EA0113721}"/>
              </a:ext>
            </a:extLst>
          </p:cNvPr>
          <p:cNvSpPr txBox="1"/>
          <p:nvPr/>
        </p:nvSpPr>
        <p:spPr>
          <a:xfrm>
            <a:off x="5270023" y="2269990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L=0.4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D3CFD31-4692-444B-7B9D-15F1BBE349FD}"/>
              </a:ext>
            </a:extLst>
          </p:cNvPr>
          <p:cNvCxnSpPr>
            <a:cxnSpLocks/>
          </p:cNvCxnSpPr>
          <p:nvPr/>
        </p:nvCxnSpPr>
        <p:spPr>
          <a:xfrm flipV="1">
            <a:off x="5490156" y="2237664"/>
            <a:ext cx="0" cy="6676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D0928A9-B51F-3A5A-DAEF-6599B725DA18}"/>
              </a:ext>
            </a:extLst>
          </p:cNvPr>
          <p:cNvSpPr txBox="1"/>
          <p:nvPr/>
        </p:nvSpPr>
        <p:spPr>
          <a:xfrm>
            <a:off x="6363383" y="226788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L=0.5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030AC39-A94D-5D2D-1FF5-C869C3C4C11A}"/>
              </a:ext>
            </a:extLst>
          </p:cNvPr>
          <p:cNvCxnSpPr>
            <a:cxnSpLocks/>
          </p:cNvCxnSpPr>
          <p:nvPr/>
        </p:nvCxnSpPr>
        <p:spPr>
          <a:xfrm flipV="1">
            <a:off x="6583516" y="2224403"/>
            <a:ext cx="0" cy="779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8CF0775-3CB7-03A0-DBCB-6CC4EC562BA8}"/>
              </a:ext>
            </a:extLst>
          </p:cNvPr>
          <p:cNvSpPr txBox="1"/>
          <p:nvPr/>
        </p:nvSpPr>
        <p:spPr>
          <a:xfrm>
            <a:off x="7457355" y="238670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L=0.6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D2D95A5-D6DF-81A5-A5ED-E954CCF546AF}"/>
              </a:ext>
            </a:extLst>
          </p:cNvPr>
          <p:cNvCxnSpPr>
            <a:cxnSpLocks/>
          </p:cNvCxnSpPr>
          <p:nvPr/>
        </p:nvCxnSpPr>
        <p:spPr>
          <a:xfrm flipV="1">
            <a:off x="7677488" y="2335918"/>
            <a:ext cx="0" cy="852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DDB29B64-B6DA-92E1-5D62-3CF0C5D6BCCD}"/>
              </a:ext>
            </a:extLst>
          </p:cNvPr>
          <p:cNvSpPr txBox="1"/>
          <p:nvPr/>
        </p:nvSpPr>
        <p:spPr>
          <a:xfrm>
            <a:off x="8545859" y="238033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L=0.7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B8C6EB8-AB85-9F18-2FD9-9B6915D4B1BB}"/>
              </a:ext>
            </a:extLst>
          </p:cNvPr>
          <p:cNvCxnSpPr>
            <a:cxnSpLocks/>
          </p:cNvCxnSpPr>
          <p:nvPr/>
        </p:nvCxnSpPr>
        <p:spPr>
          <a:xfrm flipV="1">
            <a:off x="8765992" y="231568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7908F7F0-C9B6-B9D8-59D9-268C70910AD4}"/>
              </a:ext>
            </a:extLst>
          </p:cNvPr>
          <p:cNvSpPr txBox="1"/>
          <p:nvPr/>
        </p:nvSpPr>
        <p:spPr>
          <a:xfrm>
            <a:off x="9643427" y="2268820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L=0.8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A059817-3728-7E55-58AE-58EDCC6BC3CA}"/>
              </a:ext>
            </a:extLst>
          </p:cNvPr>
          <p:cNvCxnSpPr>
            <a:cxnSpLocks/>
          </p:cNvCxnSpPr>
          <p:nvPr/>
        </p:nvCxnSpPr>
        <p:spPr>
          <a:xfrm flipV="1">
            <a:off x="9863560" y="2204163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A5E779A-BA40-AA6E-9526-56F72B75FB87}"/>
              </a:ext>
            </a:extLst>
          </p:cNvPr>
          <p:cNvSpPr txBox="1"/>
          <p:nvPr/>
        </p:nvSpPr>
        <p:spPr>
          <a:xfrm>
            <a:off x="10550114" y="227868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L=0.9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CED639F-D4E2-0DC3-EBF9-09295B77EBA0}"/>
              </a:ext>
            </a:extLst>
          </p:cNvPr>
          <p:cNvCxnSpPr>
            <a:cxnSpLocks/>
          </p:cNvCxnSpPr>
          <p:nvPr/>
        </p:nvCxnSpPr>
        <p:spPr>
          <a:xfrm flipV="1">
            <a:off x="10770247" y="2214029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24B9F3D-35B1-FD2E-5E28-B35DDF876DAF}"/>
              </a:ext>
            </a:extLst>
          </p:cNvPr>
          <p:cNvSpPr txBox="1"/>
          <p:nvPr/>
        </p:nvSpPr>
        <p:spPr>
          <a:xfrm>
            <a:off x="1655407" y="4357288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9DC9B1B-49B6-6493-A283-B7D96DC86CBF}"/>
              </a:ext>
            </a:extLst>
          </p:cNvPr>
          <p:cNvCxnSpPr/>
          <p:nvPr/>
        </p:nvCxnSpPr>
        <p:spPr>
          <a:xfrm flipV="1">
            <a:off x="1875540" y="424525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4E80413-A63D-A508-844B-5C77F7432F80}"/>
              </a:ext>
            </a:extLst>
          </p:cNvPr>
          <p:cNvSpPr txBox="1"/>
          <p:nvPr/>
        </p:nvSpPr>
        <p:spPr>
          <a:xfrm>
            <a:off x="11312936" y="4450793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A911633-3FE5-2C50-3513-BA93B3C8B82D}"/>
              </a:ext>
            </a:extLst>
          </p:cNvPr>
          <p:cNvCxnSpPr/>
          <p:nvPr/>
        </p:nvCxnSpPr>
        <p:spPr>
          <a:xfrm flipV="1">
            <a:off x="11533069" y="426960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04C68728-E3AC-7983-7BFF-B26070975EA9}"/>
              </a:ext>
            </a:extLst>
          </p:cNvPr>
          <p:cNvSpPr txBox="1"/>
          <p:nvPr/>
        </p:nvSpPr>
        <p:spPr>
          <a:xfrm>
            <a:off x="2180468" y="448376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L=0.1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DB5C37A-BADB-EF58-EA88-CE168A2C6815}"/>
              </a:ext>
            </a:extLst>
          </p:cNvPr>
          <p:cNvCxnSpPr>
            <a:cxnSpLocks/>
          </p:cNvCxnSpPr>
          <p:nvPr/>
        </p:nvCxnSpPr>
        <p:spPr>
          <a:xfrm flipV="1">
            <a:off x="2400601" y="4419109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D03520E-8703-050B-0A5D-B2232B6B098C}"/>
              </a:ext>
            </a:extLst>
          </p:cNvPr>
          <p:cNvSpPr txBox="1"/>
          <p:nvPr/>
        </p:nvSpPr>
        <p:spPr>
          <a:xfrm>
            <a:off x="3025328" y="448205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L=0.2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6CEC36B4-9913-9291-3FF2-7F215AD957D3}"/>
              </a:ext>
            </a:extLst>
          </p:cNvPr>
          <p:cNvCxnSpPr>
            <a:cxnSpLocks/>
          </p:cNvCxnSpPr>
          <p:nvPr/>
        </p:nvCxnSpPr>
        <p:spPr>
          <a:xfrm flipV="1">
            <a:off x="3245461" y="441739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8E8CE27B-A616-6E61-AF9F-90D39B18C79E}"/>
              </a:ext>
            </a:extLst>
          </p:cNvPr>
          <p:cNvSpPr txBox="1"/>
          <p:nvPr/>
        </p:nvSpPr>
        <p:spPr>
          <a:xfrm>
            <a:off x="4001010" y="448205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L=0.3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B7B2278C-CA61-51ED-F8A7-B355F1582C2C}"/>
              </a:ext>
            </a:extLst>
          </p:cNvPr>
          <p:cNvCxnSpPr>
            <a:cxnSpLocks/>
          </p:cNvCxnSpPr>
          <p:nvPr/>
        </p:nvCxnSpPr>
        <p:spPr>
          <a:xfrm flipV="1">
            <a:off x="4221143" y="441739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959E03DF-B896-1823-C1A5-D8CB402FBF05}"/>
              </a:ext>
            </a:extLst>
          </p:cNvPr>
          <p:cNvSpPr txBox="1"/>
          <p:nvPr/>
        </p:nvSpPr>
        <p:spPr>
          <a:xfrm>
            <a:off x="5124216" y="449320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L=0.4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195CB88A-2F61-839E-B1A4-6935C20128B9}"/>
              </a:ext>
            </a:extLst>
          </p:cNvPr>
          <p:cNvCxnSpPr>
            <a:cxnSpLocks/>
          </p:cNvCxnSpPr>
          <p:nvPr/>
        </p:nvCxnSpPr>
        <p:spPr>
          <a:xfrm flipV="1">
            <a:off x="5344349" y="442854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35E8CAC-9DFF-4832-4378-A0535942C4D3}"/>
              </a:ext>
            </a:extLst>
          </p:cNvPr>
          <p:cNvSpPr txBox="1"/>
          <p:nvPr/>
        </p:nvSpPr>
        <p:spPr>
          <a:xfrm>
            <a:off x="6325731" y="449110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L=0.5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3F61CFF-4A07-B99C-7243-053D85FAE970}"/>
              </a:ext>
            </a:extLst>
          </p:cNvPr>
          <p:cNvCxnSpPr>
            <a:cxnSpLocks/>
          </p:cNvCxnSpPr>
          <p:nvPr/>
        </p:nvCxnSpPr>
        <p:spPr>
          <a:xfrm flipV="1">
            <a:off x="6545864" y="442644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3B9642A3-9EB5-57EF-2C81-85110CBD8C27}"/>
              </a:ext>
            </a:extLst>
          </p:cNvPr>
          <p:cNvSpPr txBox="1"/>
          <p:nvPr/>
        </p:nvSpPr>
        <p:spPr>
          <a:xfrm>
            <a:off x="7456880" y="449840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L=0.6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A00B512-A945-35B3-FEC4-6BA7E6C13492}"/>
              </a:ext>
            </a:extLst>
          </p:cNvPr>
          <p:cNvCxnSpPr>
            <a:cxnSpLocks/>
          </p:cNvCxnSpPr>
          <p:nvPr/>
        </p:nvCxnSpPr>
        <p:spPr>
          <a:xfrm flipV="1">
            <a:off x="7677013" y="4433752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C90041-B396-F124-F7E8-E0E25763EF3C}"/>
              </a:ext>
            </a:extLst>
          </p:cNvPr>
          <p:cNvSpPr txBox="1"/>
          <p:nvPr/>
        </p:nvSpPr>
        <p:spPr>
          <a:xfrm>
            <a:off x="8486019" y="449203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L=0.7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F8BDD961-928E-21CD-22E4-1F5C5380FBC1}"/>
              </a:ext>
            </a:extLst>
          </p:cNvPr>
          <p:cNvCxnSpPr>
            <a:cxnSpLocks/>
          </p:cNvCxnSpPr>
          <p:nvPr/>
        </p:nvCxnSpPr>
        <p:spPr>
          <a:xfrm flipV="1">
            <a:off x="8706152" y="442737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1129C71-5AC1-2AD8-1349-727C023234E3}"/>
              </a:ext>
            </a:extLst>
          </p:cNvPr>
          <p:cNvSpPr txBox="1"/>
          <p:nvPr/>
        </p:nvSpPr>
        <p:spPr>
          <a:xfrm>
            <a:off x="9543641" y="449203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L=0.8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5864BFF6-05FA-DDD5-6FC4-0FC2560448B3}"/>
              </a:ext>
            </a:extLst>
          </p:cNvPr>
          <p:cNvCxnSpPr>
            <a:cxnSpLocks/>
          </p:cNvCxnSpPr>
          <p:nvPr/>
        </p:nvCxnSpPr>
        <p:spPr>
          <a:xfrm flipV="1">
            <a:off x="9763774" y="442737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F7A938EA-5A67-1652-FF8A-7AE7FE0C632D}"/>
              </a:ext>
            </a:extLst>
          </p:cNvPr>
          <p:cNvSpPr txBox="1"/>
          <p:nvPr/>
        </p:nvSpPr>
        <p:spPr>
          <a:xfrm>
            <a:off x="10512139" y="450190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L=0.9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3E4C4662-A576-DEAA-00AF-734761768D11}"/>
              </a:ext>
            </a:extLst>
          </p:cNvPr>
          <p:cNvCxnSpPr>
            <a:cxnSpLocks/>
          </p:cNvCxnSpPr>
          <p:nvPr/>
        </p:nvCxnSpPr>
        <p:spPr>
          <a:xfrm flipV="1">
            <a:off x="10732272" y="443724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10B36EA2-AC52-0456-DEED-0CDC3B90A2FD}"/>
              </a:ext>
            </a:extLst>
          </p:cNvPr>
          <p:cNvCxnSpPr>
            <a:cxnSpLocks/>
          </p:cNvCxnSpPr>
          <p:nvPr/>
        </p:nvCxnSpPr>
        <p:spPr>
          <a:xfrm>
            <a:off x="6547682" y="3674450"/>
            <a:ext cx="0" cy="472590"/>
          </a:xfrm>
          <a:prstGeom prst="straightConnector1">
            <a:avLst/>
          </a:prstGeom>
          <a:ln w="127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A798A171-D789-1AB6-20D7-6F1174EFA8D5}"/>
              </a:ext>
            </a:extLst>
          </p:cNvPr>
          <p:cNvSpPr txBox="1"/>
          <p:nvPr/>
        </p:nvSpPr>
        <p:spPr>
          <a:xfrm>
            <a:off x="6857421" y="3557024"/>
            <a:ext cx="28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</a:t>
            </a:r>
          </a:p>
        </p:txBody>
      </p:sp>
      <p:sp>
        <p:nvSpPr>
          <p:cNvPr id="124" name="Arc 123">
            <a:extLst>
              <a:ext uri="{FF2B5EF4-FFF2-40B4-BE49-F238E27FC236}">
                <a16:creationId xmlns:a16="http://schemas.microsoft.com/office/drawing/2014/main" id="{B6AA4D76-3CEC-C497-1CA3-C136D6FE77C2}"/>
              </a:ext>
            </a:extLst>
          </p:cNvPr>
          <p:cNvSpPr/>
          <p:nvPr/>
        </p:nvSpPr>
        <p:spPr>
          <a:xfrm rot="6190502">
            <a:off x="6163004" y="3287129"/>
            <a:ext cx="847568" cy="847568"/>
          </a:xfrm>
          <a:prstGeom prst="arc">
            <a:avLst>
              <a:gd name="adj1" fmla="val 16200000"/>
              <a:gd name="adj2" fmla="val 20689075"/>
            </a:avLst>
          </a:prstGeom>
          <a:ln>
            <a:solidFill>
              <a:schemeClr val="bg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0D6F089-D8FA-BB34-0E93-7F7784C8A542}"/>
              </a:ext>
            </a:extLst>
          </p:cNvPr>
          <p:cNvSpPr txBox="1"/>
          <p:nvPr/>
        </p:nvSpPr>
        <p:spPr>
          <a:xfrm>
            <a:off x="6419843" y="4114168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B77D4A78-636D-DC9E-8FD4-142C26A0C45D}"/>
              </a:ext>
            </a:extLst>
          </p:cNvPr>
          <p:cNvGrpSpPr/>
          <p:nvPr/>
        </p:nvGrpSpPr>
        <p:grpSpPr>
          <a:xfrm>
            <a:off x="507601" y="5771406"/>
            <a:ext cx="582401" cy="698348"/>
            <a:chOff x="720418" y="5453006"/>
            <a:chExt cx="582401" cy="698348"/>
          </a:xfrm>
        </p:grpSpPr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B13F7BE-B819-D03A-4174-CFDF4935FA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1411" y="5659943"/>
              <a:ext cx="1" cy="24135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0A23D481-3C04-2A61-975E-CB6B9F1F37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2187" y="5901294"/>
              <a:ext cx="159224" cy="109990"/>
            </a:xfrm>
            <a:prstGeom prst="line">
              <a:avLst/>
            </a:prstGeom>
            <a:ln w="1270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146313E-23CD-ED33-876D-C8347CD79DF1}"/>
                </a:ext>
              </a:extLst>
            </p:cNvPr>
            <p:cNvSpPr txBox="1"/>
            <p:nvPr/>
          </p:nvSpPr>
          <p:spPr>
            <a:xfrm>
              <a:off x="918606" y="5453006"/>
              <a:ext cx="222164" cy="228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B5D6417E-6E12-E0AB-7D73-CD416000B1FA}"/>
                </a:ext>
              </a:extLst>
            </p:cNvPr>
            <p:cNvSpPr txBox="1"/>
            <p:nvPr/>
          </p:nvSpPr>
          <p:spPr>
            <a:xfrm>
              <a:off x="1147727" y="5853790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89B6F01A-370D-5DB6-E396-8D5F4690BC2B}"/>
                </a:ext>
              </a:extLst>
            </p:cNvPr>
            <p:cNvSpPr txBox="1"/>
            <p:nvPr/>
          </p:nvSpPr>
          <p:spPr>
            <a:xfrm>
              <a:off x="720418" y="5897438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h</a:t>
              </a:r>
            </a:p>
          </p:txBody>
        </p:sp>
        <p:sp>
          <p:nvSpPr>
            <p:cNvPr id="145" name="Arc 144">
              <a:extLst>
                <a:ext uri="{FF2B5EF4-FFF2-40B4-BE49-F238E27FC236}">
                  <a16:creationId xmlns:a16="http://schemas.microsoft.com/office/drawing/2014/main" id="{AEAEF7CE-0212-38C2-B634-F2FCDF9C2135}"/>
                </a:ext>
              </a:extLst>
            </p:cNvPr>
            <p:cNvSpPr/>
            <p:nvPr/>
          </p:nvSpPr>
          <p:spPr>
            <a:xfrm rot="7932394">
              <a:off x="822882" y="5603519"/>
              <a:ext cx="479937" cy="479937"/>
            </a:xfrm>
            <a:prstGeom prst="arc">
              <a:avLst>
                <a:gd name="adj1" fmla="val 16653235"/>
                <a:gd name="adj2" fmla="val 21430483"/>
              </a:avLst>
            </a:prstGeom>
            <a:ln w="12700">
              <a:solidFill>
                <a:schemeClr val="bg1"/>
              </a:solidFill>
              <a:prstDash val="solid"/>
              <a:headEnd type="triangle" w="sm" len="med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D0935FE1-A331-0331-7B6B-455D964D7F66}"/>
              </a:ext>
            </a:extLst>
          </p:cNvPr>
          <p:cNvSpPr txBox="1"/>
          <p:nvPr/>
        </p:nvSpPr>
        <p:spPr>
          <a:xfrm>
            <a:off x="1576324" y="6440654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547B6074-BD13-7F39-D8D5-93556E670091}"/>
              </a:ext>
            </a:extLst>
          </p:cNvPr>
          <p:cNvCxnSpPr/>
          <p:nvPr/>
        </p:nvCxnSpPr>
        <p:spPr>
          <a:xfrm flipV="1">
            <a:off x="1796457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E0286536-C7B1-D9D1-7C37-487F29848406}"/>
              </a:ext>
            </a:extLst>
          </p:cNvPr>
          <p:cNvSpPr txBox="1"/>
          <p:nvPr/>
        </p:nvSpPr>
        <p:spPr>
          <a:xfrm>
            <a:off x="2261485" y="6440654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c=0.1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A5BB8CEC-2395-2CD9-BB9C-93058EF987B7}"/>
              </a:ext>
            </a:extLst>
          </p:cNvPr>
          <p:cNvCxnSpPr/>
          <p:nvPr/>
        </p:nvCxnSpPr>
        <p:spPr>
          <a:xfrm flipV="1">
            <a:off x="2518897" y="6255605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23049379-05A2-BF8A-A12B-12C42FE6BC06}"/>
              </a:ext>
            </a:extLst>
          </p:cNvPr>
          <p:cNvSpPr txBox="1"/>
          <p:nvPr/>
        </p:nvSpPr>
        <p:spPr>
          <a:xfrm>
            <a:off x="3819327" y="6444518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c=0.2</a:t>
            </a:r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07A035AA-113E-551F-A1B2-35EB25F9376D}"/>
              </a:ext>
            </a:extLst>
          </p:cNvPr>
          <p:cNvCxnSpPr/>
          <p:nvPr/>
        </p:nvCxnSpPr>
        <p:spPr>
          <a:xfrm flipV="1">
            <a:off x="4076739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286D65C8-DD70-AC3A-D09C-53DF911077A9}"/>
              </a:ext>
            </a:extLst>
          </p:cNvPr>
          <p:cNvSpPr txBox="1"/>
          <p:nvPr/>
        </p:nvSpPr>
        <p:spPr>
          <a:xfrm>
            <a:off x="6188173" y="6444518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c=0.3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B0875A16-CD87-8D3A-7CB0-F38B86AFAED8}"/>
              </a:ext>
            </a:extLst>
          </p:cNvPr>
          <p:cNvCxnSpPr/>
          <p:nvPr/>
        </p:nvCxnSpPr>
        <p:spPr>
          <a:xfrm flipV="1">
            <a:off x="6445585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398DF89D-F0E2-43E1-E554-8D2FF7ADA1B3}"/>
              </a:ext>
            </a:extLst>
          </p:cNvPr>
          <p:cNvSpPr txBox="1"/>
          <p:nvPr/>
        </p:nvSpPr>
        <p:spPr>
          <a:xfrm>
            <a:off x="9586400" y="6444518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c=0.4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503D9428-D20E-100E-E455-9A45F533A18C}"/>
              </a:ext>
            </a:extLst>
          </p:cNvPr>
          <p:cNvCxnSpPr/>
          <p:nvPr/>
        </p:nvCxnSpPr>
        <p:spPr>
          <a:xfrm flipV="1">
            <a:off x="9843812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BE832149-7670-7D23-9F58-D10675ECB305}"/>
              </a:ext>
            </a:extLst>
          </p:cNvPr>
          <p:cNvSpPr txBox="1"/>
          <p:nvPr/>
        </p:nvSpPr>
        <p:spPr>
          <a:xfrm>
            <a:off x="11673811" y="6436790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c=0.5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2C90C3FF-2923-F5E8-F4AE-181F82A203C5}"/>
              </a:ext>
            </a:extLst>
          </p:cNvPr>
          <p:cNvCxnSpPr/>
          <p:nvPr/>
        </p:nvCxnSpPr>
        <p:spPr>
          <a:xfrm flipV="1">
            <a:off x="11931223" y="625174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089AACD-902D-B773-D18F-C8E8A58707C1}"/>
              </a:ext>
            </a:extLst>
          </p:cNvPr>
          <p:cNvGrpSpPr/>
          <p:nvPr/>
        </p:nvGrpSpPr>
        <p:grpSpPr>
          <a:xfrm>
            <a:off x="5013752" y="4730708"/>
            <a:ext cx="3129349" cy="1592449"/>
            <a:chOff x="5017997" y="4565183"/>
            <a:chExt cx="3129349" cy="1592449"/>
          </a:xfrm>
        </p:grpSpPr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3D2D476C-C62F-7E30-C29A-A566FCFBAB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8384" y="4813300"/>
              <a:ext cx="0" cy="1127369"/>
            </a:xfrm>
            <a:prstGeom prst="straightConnector1">
              <a:avLst/>
            </a:prstGeom>
            <a:ln w="25400">
              <a:solidFill>
                <a:schemeClr val="bg1"/>
              </a:solidFill>
              <a:headEnd w="lg" len="lg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3FB59431-2D88-5E2C-A553-0075960A9694}"/>
                </a:ext>
              </a:extLst>
            </p:cNvPr>
            <p:cNvSpPr txBox="1"/>
            <p:nvPr/>
          </p:nvSpPr>
          <p:spPr>
            <a:xfrm>
              <a:off x="5017997" y="4565183"/>
              <a:ext cx="4600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cxnSp>
          <p:nvCxnSpPr>
            <p:cNvPr id="163" name="Straight Arrow Connector 162">
              <a:extLst>
                <a:ext uri="{FF2B5EF4-FFF2-40B4-BE49-F238E27FC236}">
                  <a16:creationId xmlns:a16="http://schemas.microsoft.com/office/drawing/2014/main" id="{E1C9A877-4AF9-DC6E-6209-0E6418F7792C}"/>
                </a:ext>
              </a:extLst>
            </p:cNvPr>
            <p:cNvCxnSpPr>
              <a:cxnSpLocks/>
              <a:endCxn id="164" idx="1"/>
            </p:cNvCxnSpPr>
            <p:nvPr/>
          </p:nvCxnSpPr>
          <p:spPr>
            <a:xfrm>
              <a:off x="5249333" y="6003744"/>
              <a:ext cx="2437970" cy="0"/>
            </a:xfrm>
            <a:prstGeom prst="straightConnector1">
              <a:avLst/>
            </a:prstGeom>
            <a:ln w="25400">
              <a:solidFill>
                <a:schemeClr val="bg1"/>
              </a:solidFill>
              <a:headEnd w="lg" len="lg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23486EC-DDEB-7F02-7E01-BE09B1130611}"/>
                </a:ext>
              </a:extLst>
            </p:cNvPr>
            <p:cNvSpPr txBox="1"/>
            <p:nvPr/>
          </p:nvSpPr>
          <p:spPr>
            <a:xfrm>
              <a:off x="7687303" y="5849855"/>
              <a:ext cx="4600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h</a:t>
              </a:r>
            </a:p>
          </p:txBody>
        </p:sp>
      </p:grpSp>
      <p:pic>
        <p:nvPicPr>
          <p:cNvPr id="3" name="Picture 2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28AAE931-7779-F99B-1F21-FB295BEBF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715" y="854866"/>
            <a:ext cx="1029663" cy="1087456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1EDEA2BE-8B80-824F-AE5C-2C7733A0E595}"/>
              </a:ext>
            </a:extLst>
          </p:cNvPr>
          <p:cNvGrpSpPr/>
          <p:nvPr/>
        </p:nvGrpSpPr>
        <p:grpSpPr>
          <a:xfrm>
            <a:off x="462100" y="1917302"/>
            <a:ext cx="585850" cy="735300"/>
            <a:chOff x="288139" y="2253934"/>
            <a:chExt cx="672045" cy="843483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2751F54-7000-38FC-805E-3924E47A15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79E0235-3E5D-CE42-A12A-0C7BCE4C50B6}"/>
                </a:ext>
              </a:extLst>
            </p:cNvPr>
            <p:cNvCxnSpPr>
              <a:cxnSpLocks/>
            </p:cNvCxnSpPr>
            <p:nvPr/>
          </p:nvCxnSpPr>
          <p:spPr>
            <a:xfrm>
              <a:off x="675533" y="2768179"/>
              <a:ext cx="191734" cy="13627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808137-AF0B-BBD8-803F-97C5A0465D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1953" y="2768178"/>
              <a:ext cx="193580" cy="148762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9392AD1-9B96-7EAC-5023-5A1C3F2C7B66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91BA88-DAEE-C001-7B5D-3FBA3463C464}"/>
                </a:ext>
              </a:extLst>
            </p:cNvPr>
            <p:cNvSpPr txBox="1"/>
            <p:nvPr/>
          </p:nvSpPr>
          <p:spPr>
            <a:xfrm>
              <a:off x="785559" y="2758811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E92DB1-C5A4-60C7-27C2-3063DABEE3D1}"/>
                </a:ext>
              </a:extLst>
            </p:cNvPr>
            <p:cNvSpPr txBox="1"/>
            <p:nvPr/>
          </p:nvSpPr>
          <p:spPr>
            <a:xfrm>
              <a:off x="288139" y="2806143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47856F-1D5A-6584-6285-96898FD0E55F}"/>
              </a:ext>
            </a:extLst>
          </p:cNvPr>
          <p:cNvGrpSpPr/>
          <p:nvPr/>
        </p:nvGrpSpPr>
        <p:grpSpPr>
          <a:xfrm>
            <a:off x="457495" y="3368126"/>
            <a:ext cx="585850" cy="735300"/>
            <a:chOff x="288139" y="2253934"/>
            <a:chExt cx="672045" cy="843483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05B4C4-54A9-9137-B712-8928CF6D65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DCFCB88-C9E8-10F3-3022-E0B2AA4E7114}"/>
                </a:ext>
              </a:extLst>
            </p:cNvPr>
            <p:cNvCxnSpPr>
              <a:cxnSpLocks/>
            </p:cNvCxnSpPr>
            <p:nvPr/>
          </p:nvCxnSpPr>
          <p:spPr>
            <a:xfrm>
              <a:off x="675533" y="2768179"/>
              <a:ext cx="191734" cy="13627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C5EAFD2-5EEF-09A0-DC2E-5750C6DE04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1953" y="2768178"/>
              <a:ext cx="193580" cy="148762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4EE4832-117B-D84A-E3D9-EB62AF6483DB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6EACEC-3A77-E2C8-E352-CE4E0D4B4EC0}"/>
                </a:ext>
              </a:extLst>
            </p:cNvPr>
            <p:cNvSpPr txBox="1"/>
            <p:nvPr/>
          </p:nvSpPr>
          <p:spPr>
            <a:xfrm>
              <a:off x="785559" y="2758811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418DB1E-8747-34C2-12C5-931E4DBCB899}"/>
                </a:ext>
              </a:extLst>
            </p:cNvPr>
            <p:cNvSpPr txBox="1"/>
            <p:nvPr/>
          </p:nvSpPr>
          <p:spPr>
            <a:xfrm>
              <a:off x="288139" y="2806143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a</a:t>
              </a:r>
            </a:p>
          </p:txBody>
        </p:sp>
      </p:grp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3943363-82CC-CF80-1B97-22B1DE3FE25A}"/>
              </a:ext>
            </a:extLst>
          </p:cNvPr>
          <p:cNvCxnSpPr>
            <a:cxnSpLocks/>
          </p:cNvCxnSpPr>
          <p:nvPr/>
        </p:nvCxnSpPr>
        <p:spPr>
          <a:xfrm>
            <a:off x="4739236" y="3608173"/>
            <a:ext cx="0" cy="505995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B8CC823-AAC3-0370-2D16-61591A32A1DD}"/>
              </a:ext>
            </a:extLst>
          </p:cNvPr>
          <p:cNvSpPr txBox="1"/>
          <p:nvPr/>
        </p:nvSpPr>
        <p:spPr>
          <a:xfrm>
            <a:off x="4612494" y="406624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Aptos" panose="02110004020202020204"/>
              </a:rPr>
              <a:t>a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0C1D89D-AC17-4472-48C1-9D45C6D22C4B}"/>
              </a:ext>
            </a:extLst>
          </p:cNvPr>
          <p:cNvCxnSpPr>
            <a:cxnSpLocks/>
          </p:cNvCxnSpPr>
          <p:nvPr/>
        </p:nvCxnSpPr>
        <p:spPr>
          <a:xfrm>
            <a:off x="5368470" y="3090719"/>
            <a:ext cx="299623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4DD900D-99FE-3FE2-D8DF-C10AC2CFC3DE}"/>
              </a:ext>
            </a:extLst>
          </p:cNvPr>
          <p:cNvSpPr txBox="1"/>
          <p:nvPr/>
        </p:nvSpPr>
        <p:spPr>
          <a:xfrm>
            <a:off x="5617524" y="293550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A287F05-7A37-A6F7-9604-B2E166E3B321}"/>
              </a:ext>
            </a:extLst>
          </p:cNvPr>
          <p:cNvCxnSpPr>
            <a:cxnSpLocks/>
          </p:cNvCxnSpPr>
          <p:nvPr/>
        </p:nvCxnSpPr>
        <p:spPr>
          <a:xfrm>
            <a:off x="4898972" y="1541259"/>
            <a:ext cx="0" cy="505995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669C452-28C3-6EF3-C253-B1DB8FCAA2E1}"/>
              </a:ext>
            </a:extLst>
          </p:cNvPr>
          <p:cNvSpPr txBox="1"/>
          <p:nvPr/>
        </p:nvSpPr>
        <p:spPr>
          <a:xfrm>
            <a:off x="4772230" y="1999331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Aptos" panose="02110004020202020204"/>
              </a:rPr>
              <a:t>a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EF88A96-31A1-1765-88DB-DC4B76DCE894}"/>
              </a:ext>
            </a:extLst>
          </p:cNvPr>
          <p:cNvCxnSpPr>
            <a:cxnSpLocks/>
          </p:cNvCxnSpPr>
          <p:nvPr/>
        </p:nvCxnSpPr>
        <p:spPr>
          <a:xfrm>
            <a:off x="5529411" y="1037919"/>
            <a:ext cx="251224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23D129C1-AD66-6C34-53F3-9D169B9A3895}"/>
              </a:ext>
            </a:extLst>
          </p:cNvPr>
          <p:cNvSpPr txBox="1"/>
          <p:nvPr/>
        </p:nvSpPr>
        <p:spPr>
          <a:xfrm>
            <a:off x="5730066" y="88270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28109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6CC52B02-1CFF-9AF0-CBC4-1580286E3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7" y="3957921"/>
            <a:ext cx="1617919" cy="1671585"/>
          </a:xfrm>
          <a:prstGeom prst="rect">
            <a:avLst/>
          </a:prstGeom>
        </p:spPr>
      </p:pic>
      <p:pic>
        <p:nvPicPr>
          <p:cNvPr id="5" name="Picture 4" descr="A group of different colors&#10;&#10;AI-generated content may be incorrect.">
            <a:extLst>
              <a:ext uri="{FF2B5EF4-FFF2-40B4-BE49-F238E27FC236}">
                <a16:creationId xmlns:a16="http://schemas.microsoft.com/office/drawing/2014/main" id="{1E5E1977-677C-1A73-C527-2396D405F9A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8679" y="1658075"/>
            <a:ext cx="10269987" cy="4452306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3051384-143C-47F9-6C69-53AFE57D36A9}"/>
              </a:ext>
            </a:extLst>
          </p:cNvPr>
          <p:cNvGrpSpPr/>
          <p:nvPr/>
        </p:nvGrpSpPr>
        <p:grpSpPr>
          <a:xfrm>
            <a:off x="709637" y="2336466"/>
            <a:ext cx="566194" cy="448288"/>
            <a:chOff x="313953" y="2253934"/>
            <a:chExt cx="649497" cy="51424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31E27A4-0F08-6B7A-2944-F5587ABF35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976E5B0-659D-6B74-49C2-20A575ED3B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534" y="2675467"/>
              <a:ext cx="17324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DEEB2A-2866-F0CD-95B7-89B564EC40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7364" y="2675467"/>
              <a:ext cx="16816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D043D1A-3F4B-88E2-6E6D-60621A2565A1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E72E7D0-7524-E17B-99B0-8DF46A62C6F5}"/>
                </a:ext>
              </a:extLst>
            </p:cNvPr>
            <p:cNvSpPr txBox="1"/>
            <p:nvPr/>
          </p:nvSpPr>
          <p:spPr>
            <a:xfrm>
              <a:off x="788825" y="2489832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9CF091A-2007-F120-11A8-F68E137BC084}"/>
                </a:ext>
              </a:extLst>
            </p:cNvPr>
            <p:cNvSpPr txBox="1"/>
            <p:nvPr/>
          </p:nvSpPr>
          <p:spPr>
            <a:xfrm>
              <a:off x="313953" y="2471055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F23EF8F-1085-D253-646C-B2574193F4C1}"/>
              </a:ext>
            </a:extLst>
          </p:cNvPr>
          <p:cNvSpPr txBox="1"/>
          <p:nvPr/>
        </p:nvSpPr>
        <p:spPr>
          <a:xfrm>
            <a:off x="1713844" y="2551572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BBFF3F2-57A6-C1DD-C364-49100238E151}"/>
              </a:ext>
            </a:extLst>
          </p:cNvPr>
          <p:cNvCxnSpPr/>
          <p:nvPr/>
        </p:nvCxnSpPr>
        <p:spPr>
          <a:xfrm flipV="1">
            <a:off x="1933977" y="2370387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8DA6B5-7EBF-ACF2-8CAC-19CD474EA048}"/>
              </a:ext>
            </a:extLst>
          </p:cNvPr>
          <p:cNvSpPr txBox="1"/>
          <p:nvPr/>
        </p:nvSpPr>
        <p:spPr>
          <a:xfrm>
            <a:off x="11536858" y="2572746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4E348B-1177-7313-6F29-E65D61D9D8FB}"/>
              </a:ext>
            </a:extLst>
          </p:cNvPr>
          <p:cNvCxnSpPr/>
          <p:nvPr/>
        </p:nvCxnSpPr>
        <p:spPr>
          <a:xfrm flipV="1">
            <a:off x="11756991" y="239156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60A476B-B56A-AE5B-5555-D387F972B807}"/>
              </a:ext>
            </a:extLst>
          </p:cNvPr>
          <p:cNvCxnSpPr>
            <a:cxnSpLocks/>
          </p:cNvCxnSpPr>
          <p:nvPr/>
        </p:nvCxnSpPr>
        <p:spPr>
          <a:xfrm flipV="1">
            <a:off x="7620049" y="1711018"/>
            <a:ext cx="0" cy="419407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2097500-E5D9-3116-0D6B-3A938CC5EFF1}"/>
              </a:ext>
            </a:extLst>
          </p:cNvPr>
          <p:cNvSpPr txBox="1"/>
          <p:nvPr/>
        </p:nvSpPr>
        <p:spPr>
          <a:xfrm>
            <a:off x="7489662" y="1410293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AE4D8B-690F-A0BD-51D1-83A63200108F}"/>
              </a:ext>
            </a:extLst>
          </p:cNvPr>
          <p:cNvSpPr txBox="1"/>
          <p:nvPr/>
        </p:nvSpPr>
        <p:spPr>
          <a:xfrm>
            <a:off x="387246" y="1123841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Oklab bins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76ABB49-A002-CD1A-7FCC-B14F94635EEF}"/>
              </a:ext>
            </a:extLst>
          </p:cNvPr>
          <p:cNvCxnSpPr>
            <a:cxnSpLocks/>
          </p:cNvCxnSpPr>
          <p:nvPr/>
        </p:nvCxnSpPr>
        <p:spPr>
          <a:xfrm>
            <a:off x="8304084" y="4079605"/>
            <a:ext cx="478631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346AEB7-507B-712D-EBBA-71D4E25F5760}"/>
              </a:ext>
            </a:extLst>
          </p:cNvPr>
          <p:cNvSpPr txBox="1"/>
          <p:nvPr/>
        </p:nvSpPr>
        <p:spPr>
          <a:xfrm>
            <a:off x="8714714" y="3911430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F9EF63B-A0EB-2DF3-5154-B7A0C283082A}"/>
              </a:ext>
            </a:extLst>
          </p:cNvPr>
          <p:cNvCxnSpPr>
            <a:cxnSpLocks/>
          </p:cNvCxnSpPr>
          <p:nvPr/>
        </p:nvCxnSpPr>
        <p:spPr>
          <a:xfrm flipV="1">
            <a:off x="7716087" y="3165475"/>
            <a:ext cx="0" cy="473228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7A78697-029D-038A-9770-EEF9DABDD48D}"/>
              </a:ext>
            </a:extLst>
          </p:cNvPr>
          <p:cNvSpPr txBox="1"/>
          <p:nvPr/>
        </p:nvSpPr>
        <p:spPr>
          <a:xfrm>
            <a:off x="7577015" y="2924167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EF31F9B-8AA9-DBC1-97B2-58869E98A8EF}"/>
              </a:ext>
            </a:extLst>
          </p:cNvPr>
          <p:cNvCxnSpPr>
            <a:cxnSpLocks/>
          </p:cNvCxnSpPr>
          <p:nvPr/>
        </p:nvCxnSpPr>
        <p:spPr>
          <a:xfrm>
            <a:off x="8257745" y="2476627"/>
            <a:ext cx="478631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A31A27-7DE9-6269-4E71-098CABF714AF}"/>
              </a:ext>
            </a:extLst>
          </p:cNvPr>
          <p:cNvSpPr txBox="1"/>
          <p:nvPr/>
        </p:nvSpPr>
        <p:spPr>
          <a:xfrm>
            <a:off x="8668375" y="2308452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988A48-AF58-6D7B-898F-6B0698FE7390}"/>
              </a:ext>
            </a:extLst>
          </p:cNvPr>
          <p:cNvSpPr txBox="1"/>
          <p:nvPr/>
        </p:nvSpPr>
        <p:spPr>
          <a:xfrm>
            <a:off x="330218" y="3125663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Oklch bins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381B065-7157-39A2-D592-4F04BF3B740F}"/>
              </a:ext>
            </a:extLst>
          </p:cNvPr>
          <p:cNvCxnSpPr/>
          <p:nvPr/>
        </p:nvCxnSpPr>
        <p:spPr>
          <a:xfrm flipV="1">
            <a:off x="419100" y="2924167"/>
            <a:ext cx="11653838" cy="38100"/>
          </a:xfrm>
          <a:prstGeom prst="line">
            <a:avLst/>
          </a:prstGeom>
          <a:ln w="31750">
            <a:solidFill>
              <a:schemeClr val="bg1">
                <a:lumMod val="75000"/>
                <a:alpha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79CC4795-F73A-72E3-0FA8-3A65BAF8D6C6}"/>
              </a:ext>
            </a:extLst>
          </p:cNvPr>
          <p:cNvSpPr txBox="1"/>
          <p:nvPr/>
        </p:nvSpPr>
        <p:spPr>
          <a:xfrm>
            <a:off x="2218382" y="2608894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L=0.1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5853D40-DD27-1360-13B9-3EA67B35A49A}"/>
              </a:ext>
            </a:extLst>
          </p:cNvPr>
          <p:cNvCxnSpPr>
            <a:cxnSpLocks/>
          </p:cNvCxnSpPr>
          <p:nvPr/>
        </p:nvCxnSpPr>
        <p:spPr>
          <a:xfrm flipV="1">
            <a:off x="2438515" y="2544237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CFF62CA-D79F-6369-EA19-46CD803BA956}"/>
              </a:ext>
            </a:extLst>
          </p:cNvPr>
          <p:cNvSpPr txBox="1"/>
          <p:nvPr/>
        </p:nvSpPr>
        <p:spPr>
          <a:xfrm>
            <a:off x="2848229" y="260718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L=0.2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8D64288-5813-659E-0037-BE1033D87BF6}"/>
              </a:ext>
            </a:extLst>
          </p:cNvPr>
          <p:cNvCxnSpPr>
            <a:cxnSpLocks/>
          </p:cNvCxnSpPr>
          <p:nvPr/>
        </p:nvCxnSpPr>
        <p:spPr>
          <a:xfrm flipV="1">
            <a:off x="3068362" y="254252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531CB4E-30E4-4D58-D7C8-C837E4C39843}"/>
              </a:ext>
            </a:extLst>
          </p:cNvPr>
          <p:cNvSpPr txBox="1"/>
          <p:nvPr/>
        </p:nvSpPr>
        <p:spPr>
          <a:xfrm>
            <a:off x="3604963" y="261035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L=0.3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0CA2D3D-ABE5-B533-E40B-D979A2A97FCA}"/>
              </a:ext>
            </a:extLst>
          </p:cNvPr>
          <p:cNvCxnSpPr>
            <a:cxnSpLocks/>
          </p:cNvCxnSpPr>
          <p:nvPr/>
        </p:nvCxnSpPr>
        <p:spPr>
          <a:xfrm flipV="1">
            <a:off x="3825096" y="2572746"/>
            <a:ext cx="0" cy="72045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4C358C0D-4E9B-9B3B-1E89-D2CF8FE08A02}"/>
              </a:ext>
            </a:extLst>
          </p:cNvPr>
          <p:cNvSpPr txBox="1"/>
          <p:nvPr/>
        </p:nvSpPr>
        <p:spPr>
          <a:xfrm>
            <a:off x="4478285" y="261833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L=0.4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5B0CF7-32DD-87D1-9576-5540E6F07032}"/>
              </a:ext>
            </a:extLst>
          </p:cNvPr>
          <p:cNvCxnSpPr>
            <a:cxnSpLocks/>
          </p:cNvCxnSpPr>
          <p:nvPr/>
        </p:nvCxnSpPr>
        <p:spPr>
          <a:xfrm flipV="1">
            <a:off x="4698418" y="2586007"/>
            <a:ext cx="0" cy="6676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DED94D8-9798-7099-9671-C46C6E7A5767}"/>
              </a:ext>
            </a:extLst>
          </p:cNvPr>
          <p:cNvSpPr txBox="1"/>
          <p:nvPr/>
        </p:nvSpPr>
        <p:spPr>
          <a:xfrm>
            <a:off x="5493585" y="261622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L=0.5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362AD43-CCA8-9930-C6F0-4EA977A9D275}"/>
              </a:ext>
            </a:extLst>
          </p:cNvPr>
          <p:cNvCxnSpPr>
            <a:cxnSpLocks/>
          </p:cNvCxnSpPr>
          <p:nvPr/>
        </p:nvCxnSpPr>
        <p:spPr>
          <a:xfrm flipV="1">
            <a:off x="5713718" y="2572746"/>
            <a:ext cx="0" cy="779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C85BBAA-EAF8-ACF7-A087-CC2F9B101F7F}"/>
              </a:ext>
            </a:extLst>
          </p:cNvPr>
          <p:cNvSpPr txBox="1"/>
          <p:nvPr/>
        </p:nvSpPr>
        <p:spPr>
          <a:xfrm>
            <a:off x="6621013" y="262353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L=0.6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69BB9CC-4947-F2C7-5EF4-AB21A796B639}"/>
              </a:ext>
            </a:extLst>
          </p:cNvPr>
          <p:cNvCxnSpPr>
            <a:cxnSpLocks/>
          </p:cNvCxnSpPr>
          <p:nvPr/>
        </p:nvCxnSpPr>
        <p:spPr>
          <a:xfrm flipV="1">
            <a:off x="6841146" y="2572746"/>
            <a:ext cx="0" cy="852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86F59C6-8BD4-70EF-0C24-5DE1ED9F8E47}"/>
              </a:ext>
            </a:extLst>
          </p:cNvPr>
          <p:cNvSpPr txBox="1"/>
          <p:nvPr/>
        </p:nvSpPr>
        <p:spPr>
          <a:xfrm>
            <a:off x="7999447" y="26171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L=0.7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52F74F7-AC1D-DF33-697C-3E89245E0BDE}"/>
              </a:ext>
            </a:extLst>
          </p:cNvPr>
          <p:cNvCxnSpPr>
            <a:cxnSpLocks/>
          </p:cNvCxnSpPr>
          <p:nvPr/>
        </p:nvCxnSpPr>
        <p:spPr>
          <a:xfrm flipV="1">
            <a:off x="8219580" y="25525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C6C9243E-8F9F-C446-4162-58E7CD6FD7C4}"/>
              </a:ext>
            </a:extLst>
          </p:cNvPr>
          <p:cNvSpPr txBox="1"/>
          <p:nvPr/>
        </p:nvSpPr>
        <p:spPr>
          <a:xfrm>
            <a:off x="9414827" y="26171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L=0.8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E498C0B-32B6-E241-D350-4C6054EB81E5}"/>
              </a:ext>
            </a:extLst>
          </p:cNvPr>
          <p:cNvCxnSpPr>
            <a:cxnSpLocks/>
          </p:cNvCxnSpPr>
          <p:nvPr/>
        </p:nvCxnSpPr>
        <p:spPr>
          <a:xfrm flipV="1">
            <a:off x="9634960" y="25525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E0CCCDB0-1428-1DB1-565B-92CC2A5AAE17}"/>
              </a:ext>
            </a:extLst>
          </p:cNvPr>
          <p:cNvSpPr txBox="1"/>
          <p:nvPr/>
        </p:nvSpPr>
        <p:spPr>
          <a:xfrm>
            <a:off x="10789867" y="262702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L=0.9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B17BC32-86E3-7744-EA17-34010721E53A}"/>
              </a:ext>
            </a:extLst>
          </p:cNvPr>
          <p:cNvCxnSpPr>
            <a:cxnSpLocks/>
          </p:cNvCxnSpPr>
          <p:nvPr/>
        </p:nvCxnSpPr>
        <p:spPr>
          <a:xfrm flipV="1">
            <a:off x="11010000" y="2562372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0F92CA73-1EDB-FE6B-A877-882D6A597D56}"/>
              </a:ext>
            </a:extLst>
          </p:cNvPr>
          <p:cNvSpPr txBox="1"/>
          <p:nvPr/>
        </p:nvSpPr>
        <p:spPr>
          <a:xfrm>
            <a:off x="1696197" y="4139106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5FA4DC6-668E-66F5-E01E-6A5CCEB4824E}"/>
              </a:ext>
            </a:extLst>
          </p:cNvPr>
          <p:cNvCxnSpPr/>
          <p:nvPr/>
        </p:nvCxnSpPr>
        <p:spPr>
          <a:xfrm flipV="1">
            <a:off x="1916330" y="395792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3F6B76-A2C6-5EE5-ACCA-DEAF8A3DAF43}"/>
              </a:ext>
            </a:extLst>
          </p:cNvPr>
          <p:cNvSpPr txBox="1"/>
          <p:nvPr/>
        </p:nvSpPr>
        <p:spPr>
          <a:xfrm>
            <a:off x="11571282" y="4163455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753EDEA-B10C-6C4E-2276-3DDD062D46CE}"/>
              </a:ext>
            </a:extLst>
          </p:cNvPr>
          <p:cNvCxnSpPr/>
          <p:nvPr/>
        </p:nvCxnSpPr>
        <p:spPr>
          <a:xfrm flipV="1">
            <a:off x="11791415" y="3982270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7139E3E5-003B-A98E-5417-450D0DC88404}"/>
              </a:ext>
            </a:extLst>
          </p:cNvPr>
          <p:cNvSpPr txBox="1"/>
          <p:nvPr/>
        </p:nvSpPr>
        <p:spPr>
          <a:xfrm>
            <a:off x="2180468" y="4196428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L=0.1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1E38A8A-848F-60A0-50C1-E124DA98D9A8}"/>
              </a:ext>
            </a:extLst>
          </p:cNvPr>
          <p:cNvCxnSpPr>
            <a:cxnSpLocks/>
          </p:cNvCxnSpPr>
          <p:nvPr/>
        </p:nvCxnSpPr>
        <p:spPr>
          <a:xfrm flipV="1">
            <a:off x="2400601" y="4131771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FC763EBE-04BC-43F3-D075-9B6669C296EC}"/>
              </a:ext>
            </a:extLst>
          </p:cNvPr>
          <p:cNvSpPr txBox="1"/>
          <p:nvPr/>
        </p:nvSpPr>
        <p:spPr>
          <a:xfrm>
            <a:off x="2841766" y="419471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L=0.2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8AE8C5B-814D-23CE-278C-64EE72CB6C82}"/>
              </a:ext>
            </a:extLst>
          </p:cNvPr>
          <p:cNvCxnSpPr>
            <a:cxnSpLocks/>
          </p:cNvCxnSpPr>
          <p:nvPr/>
        </p:nvCxnSpPr>
        <p:spPr>
          <a:xfrm flipV="1">
            <a:off x="3061899" y="413005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844DC05-2830-3EAB-83F9-DDBA241ACFBD}"/>
              </a:ext>
            </a:extLst>
          </p:cNvPr>
          <p:cNvSpPr txBox="1"/>
          <p:nvPr/>
        </p:nvSpPr>
        <p:spPr>
          <a:xfrm>
            <a:off x="3606698" y="419471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L=0.3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B028ECAB-8A6A-29EF-0743-36498D00B1E8}"/>
              </a:ext>
            </a:extLst>
          </p:cNvPr>
          <p:cNvCxnSpPr>
            <a:cxnSpLocks/>
          </p:cNvCxnSpPr>
          <p:nvPr/>
        </p:nvCxnSpPr>
        <p:spPr>
          <a:xfrm flipV="1">
            <a:off x="3826831" y="413005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436544D5-E0DE-7043-7256-2DE445A089C1}"/>
              </a:ext>
            </a:extLst>
          </p:cNvPr>
          <p:cNvSpPr txBox="1"/>
          <p:nvPr/>
        </p:nvSpPr>
        <p:spPr>
          <a:xfrm>
            <a:off x="4549742" y="420586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L=0.4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DAA3EAC-7B3F-41C7-57E7-B92145C4F732}"/>
              </a:ext>
            </a:extLst>
          </p:cNvPr>
          <p:cNvCxnSpPr>
            <a:cxnSpLocks/>
          </p:cNvCxnSpPr>
          <p:nvPr/>
        </p:nvCxnSpPr>
        <p:spPr>
          <a:xfrm flipV="1">
            <a:off x="4769875" y="414121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75618AC-3993-C019-9F68-91D44B81D93B}"/>
              </a:ext>
            </a:extLst>
          </p:cNvPr>
          <p:cNvSpPr txBox="1"/>
          <p:nvPr/>
        </p:nvSpPr>
        <p:spPr>
          <a:xfrm>
            <a:off x="5605089" y="42037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L=0.5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86EC55B-9187-37AB-067A-991F71619E32}"/>
              </a:ext>
            </a:extLst>
          </p:cNvPr>
          <p:cNvCxnSpPr>
            <a:cxnSpLocks/>
          </p:cNvCxnSpPr>
          <p:nvPr/>
        </p:nvCxnSpPr>
        <p:spPr>
          <a:xfrm flipV="1">
            <a:off x="5825222" y="41391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94425A3C-A99E-2AE7-14BD-EC6ABAEA4462}"/>
              </a:ext>
            </a:extLst>
          </p:cNvPr>
          <p:cNvSpPr txBox="1"/>
          <p:nvPr/>
        </p:nvSpPr>
        <p:spPr>
          <a:xfrm>
            <a:off x="6770225" y="421107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L=0.6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4DAF4A6A-4C80-8B5B-3185-8B4085C5B61E}"/>
              </a:ext>
            </a:extLst>
          </p:cNvPr>
          <p:cNvCxnSpPr>
            <a:cxnSpLocks/>
          </p:cNvCxnSpPr>
          <p:nvPr/>
        </p:nvCxnSpPr>
        <p:spPr>
          <a:xfrm flipV="1">
            <a:off x="6990358" y="414641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D383DE9-D763-B1AF-FFDE-19C7B156CA6D}"/>
              </a:ext>
            </a:extLst>
          </p:cNvPr>
          <p:cNvSpPr txBox="1"/>
          <p:nvPr/>
        </p:nvSpPr>
        <p:spPr>
          <a:xfrm>
            <a:off x="8081508" y="420469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L=0.7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B75A916-153F-D609-A24C-8430B9640D8E}"/>
              </a:ext>
            </a:extLst>
          </p:cNvPr>
          <p:cNvCxnSpPr>
            <a:cxnSpLocks/>
          </p:cNvCxnSpPr>
          <p:nvPr/>
        </p:nvCxnSpPr>
        <p:spPr>
          <a:xfrm flipV="1">
            <a:off x="8301641" y="414004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32DCA45-2256-56EC-7E7F-B1EBE1294E99}"/>
              </a:ext>
            </a:extLst>
          </p:cNvPr>
          <p:cNvSpPr txBox="1"/>
          <p:nvPr/>
        </p:nvSpPr>
        <p:spPr>
          <a:xfrm>
            <a:off x="9492654" y="420469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L=0.8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56E3B19-C169-B7D9-5541-04B48FD3C44F}"/>
              </a:ext>
            </a:extLst>
          </p:cNvPr>
          <p:cNvCxnSpPr>
            <a:cxnSpLocks/>
          </p:cNvCxnSpPr>
          <p:nvPr/>
        </p:nvCxnSpPr>
        <p:spPr>
          <a:xfrm flipV="1">
            <a:off x="9712787" y="414004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C78F8080-D70B-F5D7-D253-A3B0037752B8}"/>
              </a:ext>
            </a:extLst>
          </p:cNvPr>
          <p:cNvSpPr txBox="1"/>
          <p:nvPr/>
        </p:nvSpPr>
        <p:spPr>
          <a:xfrm>
            <a:off x="10780682" y="42145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L=0.9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6C7FBD3-A7DC-BD78-F45B-B158E58BE1CC}"/>
              </a:ext>
            </a:extLst>
          </p:cNvPr>
          <p:cNvCxnSpPr>
            <a:cxnSpLocks/>
          </p:cNvCxnSpPr>
          <p:nvPr/>
        </p:nvCxnSpPr>
        <p:spPr>
          <a:xfrm flipV="1">
            <a:off x="11000815" y="41499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8CD174C1-0ACF-27DF-1AE0-4389309A3BE0}"/>
              </a:ext>
            </a:extLst>
          </p:cNvPr>
          <p:cNvCxnSpPr>
            <a:cxnSpLocks/>
          </p:cNvCxnSpPr>
          <p:nvPr/>
        </p:nvCxnSpPr>
        <p:spPr>
          <a:xfrm>
            <a:off x="5832469" y="3648752"/>
            <a:ext cx="444026" cy="0"/>
          </a:xfrm>
          <a:prstGeom prst="straightConnector1">
            <a:avLst/>
          </a:prstGeom>
          <a:ln w="127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7DAB563-EAB2-10ED-4068-0AD126BF640F}"/>
              </a:ext>
            </a:extLst>
          </p:cNvPr>
          <p:cNvSpPr txBox="1"/>
          <p:nvPr/>
        </p:nvSpPr>
        <p:spPr>
          <a:xfrm>
            <a:off x="6194135" y="3480422"/>
            <a:ext cx="28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24" name="Arc 123">
            <a:extLst>
              <a:ext uri="{FF2B5EF4-FFF2-40B4-BE49-F238E27FC236}">
                <a16:creationId xmlns:a16="http://schemas.microsoft.com/office/drawing/2014/main" id="{5EC789C2-3CDF-B6CB-A187-DD11E662FC5A}"/>
              </a:ext>
            </a:extLst>
          </p:cNvPr>
          <p:cNvSpPr/>
          <p:nvPr/>
        </p:nvSpPr>
        <p:spPr>
          <a:xfrm>
            <a:off x="5428927" y="3167977"/>
            <a:ext cx="847568" cy="847568"/>
          </a:xfrm>
          <a:prstGeom prst="arc">
            <a:avLst>
              <a:gd name="adj1" fmla="val 16200000"/>
              <a:gd name="adj2" fmla="val 20689075"/>
            </a:avLst>
          </a:prstGeom>
          <a:ln>
            <a:solidFill>
              <a:schemeClr val="bg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BF9DB91-01B2-1DA0-8F7F-DAA4A9E9C28D}"/>
              </a:ext>
            </a:extLst>
          </p:cNvPr>
          <p:cNvSpPr txBox="1"/>
          <p:nvPr/>
        </p:nvSpPr>
        <p:spPr>
          <a:xfrm>
            <a:off x="5659326" y="3002436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</a:t>
            </a:r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F54A58E1-7168-9E50-F441-AE971D24DE69}"/>
              </a:ext>
            </a:extLst>
          </p:cNvPr>
          <p:cNvGrpSpPr/>
          <p:nvPr/>
        </p:nvGrpSpPr>
        <p:grpSpPr>
          <a:xfrm>
            <a:off x="668445" y="3475944"/>
            <a:ext cx="566194" cy="448288"/>
            <a:chOff x="313953" y="2253934"/>
            <a:chExt cx="649497" cy="514244"/>
          </a:xfrm>
        </p:grpSpPr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29D6A8FF-0AB1-08F3-466A-4899AE0488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F91FCDE-FEA0-32F8-DF1C-C3BAA6909B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534" y="2675467"/>
              <a:ext cx="17324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680E996-D5AD-7822-1215-3613B07C52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7364" y="2675467"/>
              <a:ext cx="16816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B45291A1-080A-7DDF-AD43-147EA7052780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3BD8989-4B39-2F2C-22E6-6AEE7F173995}"/>
                </a:ext>
              </a:extLst>
            </p:cNvPr>
            <p:cNvSpPr txBox="1"/>
            <p:nvPr/>
          </p:nvSpPr>
          <p:spPr>
            <a:xfrm>
              <a:off x="788825" y="2489832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3B07B754-9B48-109C-37A9-69B14F83AB3D}"/>
                </a:ext>
              </a:extLst>
            </p:cNvPr>
            <p:cNvSpPr txBox="1"/>
            <p:nvPr/>
          </p:nvSpPr>
          <p:spPr>
            <a:xfrm>
              <a:off x="313953" y="2471055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A15BDD4B-CEEE-8386-989C-808D11CBE0B1}"/>
              </a:ext>
            </a:extLst>
          </p:cNvPr>
          <p:cNvGrpSpPr/>
          <p:nvPr/>
        </p:nvGrpSpPr>
        <p:grpSpPr>
          <a:xfrm>
            <a:off x="703041" y="5560855"/>
            <a:ext cx="563415" cy="783158"/>
            <a:chOff x="728985" y="5453006"/>
            <a:chExt cx="563415" cy="783158"/>
          </a:xfrm>
        </p:grpSpPr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C6FB6999-B892-ECAE-51D8-C9DB94967B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1411" y="5659943"/>
              <a:ext cx="1" cy="24135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3E05B7B9-59D2-F74A-0E04-32AA9D5471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411" y="5820474"/>
              <a:ext cx="151028" cy="80820"/>
            </a:xfrm>
            <a:prstGeom prst="line">
              <a:avLst/>
            </a:prstGeom>
            <a:ln w="1270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D5D84354-1321-A7E9-6D19-DD5E954D359E}"/>
                </a:ext>
              </a:extLst>
            </p:cNvPr>
            <p:cNvSpPr txBox="1"/>
            <p:nvPr/>
          </p:nvSpPr>
          <p:spPr>
            <a:xfrm>
              <a:off x="918606" y="5453006"/>
              <a:ext cx="222164" cy="228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E3420D6-2AE3-498A-0DEC-B22429AB058E}"/>
                </a:ext>
              </a:extLst>
            </p:cNvPr>
            <p:cNvSpPr txBox="1"/>
            <p:nvPr/>
          </p:nvSpPr>
          <p:spPr>
            <a:xfrm>
              <a:off x="1140172" y="5658648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8A34C6D-C362-E273-62E0-28BF3B6EFD12}"/>
                </a:ext>
              </a:extLst>
            </p:cNvPr>
            <p:cNvSpPr txBox="1"/>
            <p:nvPr/>
          </p:nvSpPr>
          <p:spPr>
            <a:xfrm>
              <a:off x="728985" y="5733926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h</a:t>
              </a:r>
            </a:p>
          </p:txBody>
        </p:sp>
        <p:sp>
          <p:nvSpPr>
            <p:cNvPr id="145" name="Arc 144">
              <a:extLst>
                <a:ext uri="{FF2B5EF4-FFF2-40B4-BE49-F238E27FC236}">
                  <a16:creationId xmlns:a16="http://schemas.microsoft.com/office/drawing/2014/main" id="{9267A445-8285-4F12-A32D-D64575425AC5}"/>
                </a:ext>
              </a:extLst>
            </p:cNvPr>
            <p:cNvSpPr/>
            <p:nvPr/>
          </p:nvSpPr>
          <p:spPr>
            <a:xfrm rot="18544447">
              <a:off x="801442" y="5756227"/>
              <a:ext cx="479937" cy="479937"/>
            </a:xfrm>
            <a:prstGeom prst="arc">
              <a:avLst>
                <a:gd name="adj1" fmla="val 16653235"/>
                <a:gd name="adj2" fmla="val 21430483"/>
              </a:avLst>
            </a:prstGeom>
            <a:ln w="12700">
              <a:solidFill>
                <a:schemeClr val="bg1"/>
              </a:solidFill>
              <a:prstDash val="solid"/>
              <a:headEnd type="triangle" w="sm" len="med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1BDCA1A5-4564-6D04-9D2D-5A2C96A157AE}"/>
              </a:ext>
            </a:extLst>
          </p:cNvPr>
          <p:cNvSpPr txBox="1"/>
          <p:nvPr/>
        </p:nvSpPr>
        <p:spPr>
          <a:xfrm>
            <a:off x="1656712" y="6342681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9DDF2670-A7BB-F77C-81CD-0375C0DA9045}"/>
              </a:ext>
            </a:extLst>
          </p:cNvPr>
          <p:cNvCxnSpPr/>
          <p:nvPr/>
        </p:nvCxnSpPr>
        <p:spPr>
          <a:xfrm flipV="1">
            <a:off x="1876845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01623B45-772C-1560-C84B-5672B80D434B}"/>
              </a:ext>
            </a:extLst>
          </p:cNvPr>
          <p:cNvSpPr txBox="1"/>
          <p:nvPr/>
        </p:nvSpPr>
        <p:spPr>
          <a:xfrm>
            <a:off x="2326801" y="6342681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c=0.1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4185012C-3EC8-E181-0A90-AE127AB7AE3A}"/>
              </a:ext>
            </a:extLst>
          </p:cNvPr>
          <p:cNvCxnSpPr/>
          <p:nvPr/>
        </p:nvCxnSpPr>
        <p:spPr>
          <a:xfrm flipV="1">
            <a:off x="2584213" y="6157632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59023ECF-3B9C-8763-B6CE-9C3535058D2F}"/>
              </a:ext>
            </a:extLst>
          </p:cNvPr>
          <p:cNvSpPr txBox="1"/>
          <p:nvPr/>
        </p:nvSpPr>
        <p:spPr>
          <a:xfrm>
            <a:off x="3864249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c=0.2</a:t>
            </a:r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2E8609E3-BECD-A4CB-824C-1AB366352137}"/>
              </a:ext>
            </a:extLst>
          </p:cNvPr>
          <p:cNvCxnSpPr/>
          <p:nvPr/>
        </p:nvCxnSpPr>
        <p:spPr>
          <a:xfrm flipV="1">
            <a:off x="4121661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2FFAAEF-78FD-83BA-C762-767DF40C7263}"/>
              </a:ext>
            </a:extLst>
          </p:cNvPr>
          <p:cNvSpPr txBox="1"/>
          <p:nvPr/>
        </p:nvSpPr>
        <p:spPr>
          <a:xfrm>
            <a:off x="6233095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c=0.3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659A2A66-FE01-1888-373F-E7F205265A4E}"/>
              </a:ext>
            </a:extLst>
          </p:cNvPr>
          <p:cNvCxnSpPr/>
          <p:nvPr/>
        </p:nvCxnSpPr>
        <p:spPr>
          <a:xfrm flipV="1">
            <a:off x="6490507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3F46312A-D278-EF68-A3C4-F90A83741424}"/>
              </a:ext>
            </a:extLst>
          </p:cNvPr>
          <p:cNvSpPr txBox="1"/>
          <p:nvPr/>
        </p:nvSpPr>
        <p:spPr>
          <a:xfrm>
            <a:off x="9651716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c=0.4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7666EEF2-8851-E249-8DBE-DD3E0C063DFB}"/>
              </a:ext>
            </a:extLst>
          </p:cNvPr>
          <p:cNvCxnSpPr/>
          <p:nvPr/>
        </p:nvCxnSpPr>
        <p:spPr>
          <a:xfrm flipV="1">
            <a:off x="9909128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491A9CD8-B7D5-7438-F81B-358EC6469389}"/>
              </a:ext>
            </a:extLst>
          </p:cNvPr>
          <p:cNvSpPr txBox="1"/>
          <p:nvPr/>
        </p:nvSpPr>
        <p:spPr>
          <a:xfrm>
            <a:off x="11552168" y="6338817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c=0.5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04E50EA6-00F7-1AD5-77BF-198D178725C3}"/>
              </a:ext>
            </a:extLst>
          </p:cNvPr>
          <p:cNvCxnSpPr/>
          <p:nvPr/>
        </p:nvCxnSpPr>
        <p:spPr>
          <a:xfrm flipV="1">
            <a:off x="11809580" y="615376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3D517032-6454-2911-E6A3-334FF4299184}"/>
              </a:ext>
            </a:extLst>
          </p:cNvPr>
          <p:cNvCxnSpPr>
            <a:cxnSpLocks/>
          </p:cNvCxnSpPr>
          <p:nvPr/>
        </p:nvCxnSpPr>
        <p:spPr>
          <a:xfrm flipV="1">
            <a:off x="5148384" y="4813300"/>
            <a:ext cx="0" cy="1127369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A86AB62C-048E-6E64-8140-00DB2D1A5C50}"/>
              </a:ext>
            </a:extLst>
          </p:cNvPr>
          <p:cNvSpPr txBox="1"/>
          <p:nvPr/>
        </p:nvSpPr>
        <p:spPr>
          <a:xfrm>
            <a:off x="5017997" y="4565183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L</a:t>
            </a:r>
          </a:p>
        </p:txBody>
      </p: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444141F-8E26-E797-17DA-00FC1C6D6069}"/>
              </a:ext>
            </a:extLst>
          </p:cNvPr>
          <p:cNvCxnSpPr>
            <a:cxnSpLocks/>
            <a:endCxn id="164" idx="1"/>
          </p:cNvCxnSpPr>
          <p:nvPr/>
        </p:nvCxnSpPr>
        <p:spPr>
          <a:xfrm>
            <a:off x="5249333" y="6003744"/>
            <a:ext cx="2437970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02DD9BBD-1787-0D74-51BF-7D7989787755}"/>
              </a:ext>
            </a:extLst>
          </p:cNvPr>
          <p:cNvSpPr txBox="1"/>
          <p:nvPr/>
        </p:nvSpPr>
        <p:spPr>
          <a:xfrm>
            <a:off x="7687303" y="584985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</a:t>
            </a:r>
          </a:p>
        </p:txBody>
      </p:sp>
      <p:pic>
        <p:nvPicPr>
          <p:cNvPr id="24" name="Picture 23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AAA608E2-9E9B-3B13-EFBC-B848CB3C0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06" y="1493173"/>
            <a:ext cx="812939" cy="84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5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6A6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3432DC-E205-7111-829C-D1FE8B053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93" b="5482"/>
          <a:stretch>
            <a:fillRect/>
          </a:stretch>
        </p:blipFill>
        <p:spPr>
          <a:xfrm>
            <a:off x="679811" y="4880166"/>
            <a:ext cx="10649497" cy="14630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471C26E-2F57-04ED-6C28-69A78B480500}"/>
              </a:ext>
            </a:extLst>
          </p:cNvPr>
          <p:cNvSpPr txBox="1"/>
          <p:nvPr/>
        </p:nvSpPr>
        <p:spPr>
          <a:xfrm>
            <a:off x="479687" y="667409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bins are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l,a,b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.1x.1x.1 cubes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DD7321-262A-E335-9364-8F19CCA8DE83}"/>
              </a:ext>
            </a:extLst>
          </p:cNvPr>
          <p:cNvSpPr txBox="1"/>
          <p:nvPr/>
        </p:nvSpPr>
        <p:spPr>
          <a:xfrm>
            <a:off x="422722" y="2623077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spatially equal size bins (following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h,c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arcs)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D683F0-46D2-6B01-C982-E02E200DA41D}"/>
              </a:ext>
            </a:extLst>
          </p:cNvPr>
          <p:cNvSpPr txBox="1"/>
          <p:nvPr/>
        </p:nvSpPr>
        <p:spPr>
          <a:xfrm>
            <a:off x="211771" y="9721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HDR rec2020 colors in Oklab and Oklch space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8D232E-6D95-9FF0-E9C7-BE0493305CD2}"/>
              </a:ext>
            </a:extLst>
          </p:cNvPr>
          <p:cNvSpPr txBox="1"/>
          <p:nvPr/>
        </p:nvSpPr>
        <p:spPr>
          <a:xfrm>
            <a:off x="331282" y="4591625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Oklch –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same bins as above, but shown in Oklch space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00A89A2-4A63-F6EF-5EB9-88BE665CC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16" y="1251064"/>
            <a:ext cx="10842193" cy="114327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05F6971-A0D9-B1E2-BE09-4B7E62C5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87" y="3288335"/>
            <a:ext cx="10103369" cy="1130358"/>
          </a:xfrm>
          <a:prstGeom prst="rect">
            <a:avLst/>
          </a:prstGeom>
        </p:spPr>
      </p:pic>
      <p:sp>
        <p:nvSpPr>
          <p:cNvPr id="25" name="Right Bracket 24">
            <a:extLst>
              <a:ext uri="{FF2B5EF4-FFF2-40B4-BE49-F238E27FC236}">
                <a16:creationId xmlns:a16="http://schemas.microsoft.com/office/drawing/2014/main" id="{61A9F720-ED09-ED7D-7B31-02282D08C5CD}"/>
              </a:ext>
            </a:extLst>
          </p:cNvPr>
          <p:cNvSpPr/>
          <p:nvPr/>
        </p:nvSpPr>
        <p:spPr>
          <a:xfrm>
            <a:off x="4546910" y="1490108"/>
            <a:ext cx="148947" cy="839871"/>
          </a:xfrm>
          <a:prstGeom prst="rightBracket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8CF030-D1AD-DC90-E8F4-3AC7F4A4ED56}"/>
              </a:ext>
            </a:extLst>
          </p:cNvPr>
          <p:cNvSpPr txBox="1"/>
          <p:nvPr/>
        </p:nvSpPr>
        <p:spPr>
          <a:xfrm>
            <a:off x="4798322" y="1740872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7" name="Right Bracket 26">
            <a:extLst>
              <a:ext uri="{FF2B5EF4-FFF2-40B4-BE49-F238E27FC236}">
                <a16:creationId xmlns:a16="http://schemas.microsoft.com/office/drawing/2014/main" id="{0786FE34-2885-DF43-A6D4-6387A005EC7E}"/>
              </a:ext>
            </a:extLst>
          </p:cNvPr>
          <p:cNvSpPr/>
          <p:nvPr/>
        </p:nvSpPr>
        <p:spPr>
          <a:xfrm rot="16200000" flipH="1">
            <a:off x="4058884" y="2137113"/>
            <a:ext cx="124533" cy="565150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832946-86D0-4C83-627E-765D086879B3}"/>
              </a:ext>
            </a:extLst>
          </p:cNvPr>
          <p:cNvSpPr txBox="1"/>
          <p:nvPr/>
        </p:nvSpPr>
        <p:spPr>
          <a:xfrm>
            <a:off x="4011348" y="2410494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29" name="Right Bracket 28">
            <a:extLst>
              <a:ext uri="{FF2B5EF4-FFF2-40B4-BE49-F238E27FC236}">
                <a16:creationId xmlns:a16="http://schemas.microsoft.com/office/drawing/2014/main" id="{C22E4D56-8894-87B8-0825-521F9E27E012}"/>
              </a:ext>
            </a:extLst>
          </p:cNvPr>
          <p:cNvSpPr/>
          <p:nvPr/>
        </p:nvSpPr>
        <p:spPr>
          <a:xfrm>
            <a:off x="4798322" y="3498145"/>
            <a:ext cx="110228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1AE86F-15CB-5BDC-7366-068EC3F2B069}"/>
              </a:ext>
            </a:extLst>
          </p:cNvPr>
          <p:cNvSpPr txBox="1"/>
          <p:nvPr/>
        </p:nvSpPr>
        <p:spPr>
          <a:xfrm>
            <a:off x="4841045" y="3665721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8D0F59D7-B127-0391-46EF-C5D55CD38213}"/>
              </a:ext>
            </a:extLst>
          </p:cNvPr>
          <p:cNvSpPr/>
          <p:nvPr/>
        </p:nvSpPr>
        <p:spPr>
          <a:xfrm rot="16200000" flipH="1">
            <a:off x="4446289" y="3968540"/>
            <a:ext cx="122323" cy="667191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C65F74-23FA-619C-3C81-695E22493AD7}"/>
              </a:ext>
            </a:extLst>
          </p:cNvPr>
          <p:cNvSpPr txBox="1"/>
          <p:nvPr/>
        </p:nvSpPr>
        <p:spPr>
          <a:xfrm>
            <a:off x="4346628" y="429404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0B8290FF-FCBB-A374-196E-B569888528D5}"/>
              </a:ext>
            </a:extLst>
          </p:cNvPr>
          <p:cNvSpPr/>
          <p:nvPr/>
        </p:nvSpPr>
        <p:spPr>
          <a:xfrm>
            <a:off x="4588961" y="5419330"/>
            <a:ext cx="45719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ket 39">
            <a:extLst>
              <a:ext uri="{FF2B5EF4-FFF2-40B4-BE49-F238E27FC236}">
                <a16:creationId xmlns:a16="http://schemas.microsoft.com/office/drawing/2014/main" id="{762AE421-8BE3-744A-2BAA-D9E9D747EC1D}"/>
              </a:ext>
            </a:extLst>
          </p:cNvPr>
          <p:cNvSpPr/>
          <p:nvPr/>
        </p:nvSpPr>
        <p:spPr>
          <a:xfrm rot="16200000" flipH="1">
            <a:off x="4099075" y="5751871"/>
            <a:ext cx="111456" cy="953765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E35C65-E588-5D6E-DE96-ED4CA5837184}"/>
              </a:ext>
            </a:extLst>
          </p:cNvPr>
          <p:cNvSpPr txBox="1"/>
          <p:nvPr/>
        </p:nvSpPr>
        <p:spPr>
          <a:xfrm>
            <a:off x="3891281" y="6215231"/>
            <a:ext cx="579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2EC1065-8CB5-9574-48B5-90308003116E}"/>
              </a:ext>
            </a:extLst>
          </p:cNvPr>
          <p:cNvCxnSpPr/>
          <p:nvPr/>
        </p:nvCxnSpPr>
        <p:spPr>
          <a:xfrm>
            <a:off x="859103" y="2036001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DCDBCE8-D449-7699-4765-231216D231D2}"/>
              </a:ext>
            </a:extLst>
          </p:cNvPr>
          <p:cNvSpPr txBox="1"/>
          <p:nvPr/>
        </p:nvSpPr>
        <p:spPr>
          <a:xfrm>
            <a:off x="557416" y="2350796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17D602E-BD4A-9CF6-A63C-BE1DD1F5245F}"/>
              </a:ext>
            </a:extLst>
          </p:cNvPr>
          <p:cNvCxnSpPr/>
          <p:nvPr/>
        </p:nvCxnSpPr>
        <p:spPr>
          <a:xfrm>
            <a:off x="10584705" y="2123616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693BF2-1F63-E250-5412-3FBB070E5E43}"/>
              </a:ext>
            </a:extLst>
          </p:cNvPr>
          <p:cNvSpPr txBox="1"/>
          <p:nvPr/>
        </p:nvSpPr>
        <p:spPr>
          <a:xfrm>
            <a:off x="10283018" y="2438411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2BE3C5-2DDF-59E5-BC29-4726E1549F68}"/>
              </a:ext>
            </a:extLst>
          </p:cNvPr>
          <p:cNvCxnSpPr>
            <a:cxnSpLocks/>
          </p:cNvCxnSpPr>
          <p:nvPr/>
        </p:nvCxnSpPr>
        <p:spPr>
          <a:xfrm>
            <a:off x="10253435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2C50B06-B3D8-48A2-74F9-33EA4984A602}"/>
              </a:ext>
            </a:extLst>
          </p:cNvPr>
          <p:cNvSpPr txBox="1"/>
          <p:nvPr/>
        </p:nvSpPr>
        <p:spPr>
          <a:xfrm>
            <a:off x="9951748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F8B0A66-0242-0F48-8330-1AA9C56B687C}"/>
              </a:ext>
            </a:extLst>
          </p:cNvPr>
          <p:cNvCxnSpPr>
            <a:cxnSpLocks/>
          </p:cNvCxnSpPr>
          <p:nvPr/>
        </p:nvCxnSpPr>
        <p:spPr>
          <a:xfrm>
            <a:off x="724409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1E67E25-6F70-AA3B-5EF8-57CCB7D11E14}"/>
              </a:ext>
            </a:extLst>
          </p:cNvPr>
          <p:cNvSpPr txBox="1"/>
          <p:nvPr/>
        </p:nvSpPr>
        <p:spPr>
          <a:xfrm>
            <a:off x="422722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A8AE32C-8B29-F5F6-4997-FEAAAACD7AF8}"/>
              </a:ext>
            </a:extLst>
          </p:cNvPr>
          <p:cNvCxnSpPr>
            <a:cxnSpLocks/>
          </p:cNvCxnSpPr>
          <p:nvPr/>
        </p:nvCxnSpPr>
        <p:spPr>
          <a:xfrm>
            <a:off x="1088030" y="6399897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311B11B-73B8-3F5F-D4A5-478CD72FD265}"/>
              </a:ext>
            </a:extLst>
          </p:cNvPr>
          <p:cNvSpPr txBox="1"/>
          <p:nvPr/>
        </p:nvSpPr>
        <p:spPr>
          <a:xfrm>
            <a:off x="799836" y="6504287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c=0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4E84F0E-46F0-F218-EE58-7D498D43138A}"/>
              </a:ext>
            </a:extLst>
          </p:cNvPr>
          <p:cNvCxnSpPr>
            <a:cxnSpLocks/>
          </p:cNvCxnSpPr>
          <p:nvPr/>
        </p:nvCxnSpPr>
        <p:spPr>
          <a:xfrm>
            <a:off x="10883093" y="5853278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22697AD-8CAD-EFC6-8735-54629E3BCC10}"/>
              </a:ext>
            </a:extLst>
          </p:cNvPr>
          <p:cNvCxnSpPr/>
          <p:nvPr/>
        </p:nvCxnSpPr>
        <p:spPr>
          <a:xfrm>
            <a:off x="1270536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267A6D4-7736-1407-6FFD-A7B115F3BDE7}"/>
              </a:ext>
            </a:extLst>
          </p:cNvPr>
          <p:cNvCxnSpPr/>
          <p:nvPr/>
        </p:nvCxnSpPr>
        <p:spPr>
          <a:xfrm>
            <a:off x="1856073" y="5158668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047E2D5-493B-059A-2511-25FC85940F15}"/>
              </a:ext>
            </a:extLst>
          </p:cNvPr>
          <p:cNvCxnSpPr/>
          <p:nvPr/>
        </p:nvCxnSpPr>
        <p:spPr>
          <a:xfrm>
            <a:off x="263572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3A0AFF6-0E2D-7EF5-5CAF-6538928B6F98}"/>
              </a:ext>
            </a:extLst>
          </p:cNvPr>
          <p:cNvCxnSpPr/>
          <p:nvPr/>
        </p:nvCxnSpPr>
        <p:spPr>
          <a:xfrm>
            <a:off x="3569376" y="52056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6017C86-E9DB-296C-07C3-BCB153E2C7C1}"/>
              </a:ext>
            </a:extLst>
          </p:cNvPr>
          <p:cNvCxnSpPr/>
          <p:nvPr/>
        </p:nvCxnSpPr>
        <p:spPr>
          <a:xfrm>
            <a:off x="4724408" y="52441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C9CB2D-FA80-3097-E220-89DF946A38B4}"/>
              </a:ext>
            </a:extLst>
          </p:cNvPr>
          <p:cNvSpPr txBox="1"/>
          <p:nvPr/>
        </p:nvSpPr>
        <p:spPr>
          <a:xfrm>
            <a:off x="4569161" y="558690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943C84-3CD3-C4F1-AFC1-AA02F52F268A}"/>
              </a:ext>
            </a:extLst>
          </p:cNvPr>
          <p:cNvCxnSpPr/>
          <p:nvPr/>
        </p:nvCxnSpPr>
        <p:spPr>
          <a:xfrm>
            <a:off x="6042033" y="522082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635C19A-9192-2F69-977E-330CED8234B2}"/>
              </a:ext>
            </a:extLst>
          </p:cNvPr>
          <p:cNvCxnSpPr/>
          <p:nvPr/>
        </p:nvCxnSpPr>
        <p:spPr>
          <a:xfrm>
            <a:off x="758614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4E400CB4-DEBC-60F5-4A6B-70341D273357}"/>
              </a:ext>
            </a:extLst>
          </p:cNvPr>
          <p:cNvCxnSpPr/>
          <p:nvPr/>
        </p:nvCxnSpPr>
        <p:spPr>
          <a:xfrm>
            <a:off x="9271008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6F9188F-287F-5746-7235-E009A257B73D}"/>
              </a:ext>
            </a:extLst>
          </p:cNvPr>
          <p:cNvCxnSpPr/>
          <p:nvPr/>
        </p:nvCxnSpPr>
        <p:spPr>
          <a:xfrm>
            <a:off x="10574310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956E3884-6560-851F-50CA-C9EFEC4C4CC9}"/>
              </a:ext>
            </a:extLst>
          </p:cNvPr>
          <p:cNvSpPr txBox="1"/>
          <p:nvPr/>
        </p:nvSpPr>
        <p:spPr>
          <a:xfrm>
            <a:off x="10364729" y="6205092"/>
            <a:ext cx="964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c=.475</a:t>
            </a:r>
          </a:p>
        </p:txBody>
      </p:sp>
    </p:spTree>
    <p:extLst>
      <p:ext uri="{BB962C8B-B14F-4D97-AF65-F5344CB8AC3E}">
        <p14:creationId xmlns:p14="http://schemas.microsoft.com/office/powerpoint/2010/main" val="4211135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4127</TotalTime>
  <Words>285</Words>
  <Application>Microsoft Office PowerPoint</Application>
  <PresentationFormat>Widescreen</PresentationFormat>
  <Paragraphs>110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Thayer</dc:creator>
  <cp:lastModifiedBy>Kyle Thayer</cp:lastModifiedBy>
  <cp:revision>12</cp:revision>
  <dcterms:created xsi:type="dcterms:W3CDTF">2025-11-10T19:52:59Z</dcterms:created>
  <dcterms:modified xsi:type="dcterms:W3CDTF">2025-12-21T08:34:35Z</dcterms:modified>
</cp:coreProperties>
</file>